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1"/>
  </p:notesMasterIdLst>
  <p:sldIdLst>
    <p:sldId id="256" r:id="rId2"/>
    <p:sldId id="324" r:id="rId3"/>
    <p:sldId id="318" r:id="rId4"/>
    <p:sldId id="320" r:id="rId5"/>
    <p:sldId id="319" r:id="rId6"/>
    <p:sldId id="325" r:id="rId7"/>
    <p:sldId id="321" r:id="rId8"/>
    <p:sldId id="322" r:id="rId9"/>
    <p:sldId id="323"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1219" autoAdjust="0"/>
  </p:normalViewPr>
  <p:slideViewPr>
    <p:cSldViewPr>
      <p:cViewPr varScale="1">
        <p:scale>
          <a:sx n="77" d="100"/>
          <a:sy n="77" d="100"/>
        </p:scale>
        <p:origin x="1066"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2925279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2" name="Google Shape;82;p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 March 2023</a:t>
            </a:r>
            <a:endParaRPr sz="1200" b="0" i="0" u="none" strike="noStrike" cap="none">
              <a:solidFill>
                <a:srgbClr val="000000"/>
              </a:solidFill>
              <a:latin typeface="Calibri"/>
              <a:ea typeface="Calibri"/>
              <a:cs typeface="Calibri"/>
              <a:sym typeface="Calibri"/>
            </a:endParaRPr>
          </a:p>
        </p:txBody>
      </p:sp>
      <p:sp>
        <p:nvSpPr>
          <p:cNvPr id="83" name="Google Shape;83;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1-59</a:t>
            </a:r>
            <a:endParaRPr/>
          </a:p>
        </p:txBody>
      </p:sp>
      <p:sp>
        <p:nvSpPr>
          <p:cNvPr id="84" name="Google Shape;8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Calibri"/>
                <a:buNone/>
              </a:p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609600" y="704088"/>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body" idx="1"/>
          </p:nvPr>
        </p:nvSpPr>
        <p:spPr>
          <a:xfrm>
            <a:off x="609600" y="1855248"/>
            <a:ext cx="5386917" cy="659352"/>
          </a:xfrm>
          <a:prstGeom prst="rect">
            <a:avLst/>
          </a:prstGeom>
          <a:noFill/>
          <a:ln>
            <a:noFill/>
          </a:ln>
        </p:spPr>
        <p:txBody>
          <a:bodyPr spcFirstLastPara="1" wrap="square" lIns="45700" tIns="0" rIns="45700" bIns="0" anchor="ctr" anchorCtr="0">
            <a:noAutofit/>
          </a:bodyPr>
          <a:lstStyle>
            <a:lvl1pPr marL="457200" lvl="0" indent="-228600" algn="l">
              <a:lnSpc>
                <a:spcPct val="100000"/>
              </a:lnSpc>
              <a:spcBef>
                <a:spcPts val="480"/>
              </a:spcBef>
              <a:spcAft>
                <a:spcPts val="0"/>
              </a:spcAft>
              <a:buClr>
                <a:schemeClr val="dk2"/>
              </a:buClr>
              <a:buSzPts val="1920"/>
              <a:buNone/>
              <a:defRPr sz="2400" b="1" cap="none">
                <a:solidFill>
                  <a:schemeClr val="dk2"/>
                </a:solidFill>
              </a:defRPr>
            </a:lvl1pPr>
            <a:lvl2pPr marL="914400" lvl="1" indent="-228600" algn="l">
              <a:lnSpc>
                <a:spcPct val="100000"/>
              </a:lnSpc>
              <a:spcBef>
                <a:spcPts val="400"/>
              </a:spcBef>
              <a:spcAft>
                <a:spcPts val="0"/>
              </a:spcAft>
              <a:buClr>
                <a:schemeClr val="dk1"/>
              </a:buClr>
              <a:buSzPts val="1600"/>
              <a:buNone/>
              <a:defRPr sz="2000" b="1"/>
            </a:lvl2pPr>
            <a:lvl3pPr marL="1371600" lvl="2" indent="-228600" algn="l">
              <a:lnSpc>
                <a:spcPct val="100000"/>
              </a:lnSpc>
              <a:spcBef>
                <a:spcPts val="360"/>
              </a:spcBef>
              <a:spcAft>
                <a:spcPts val="0"/>
              </a:spcAft>
              <a:buClr>
                <a:schemeClr val="dk1"/>
              </a:buClr>
              <a:buSzPts val="1440"/>
              <a:buNone/>
              <a:defRPr sz="1800" b="1"/>
            </a:lvl3pPr>
            <a:lvl4pPr marL="1828800" lvl="3" indent="-228600" algn="l">
              <a:lnSpc>
                <a:spcPct val="100000"/>
              </a:lnSpc>
              <a:spcBef>
                <a:spcPts val="320"/>
              </a:spcBef>
              <a:spcAft>
                <a:spcPts val="0"/>
              </a:spcAft>
              <a:buClr>
                <a:schemeClr val="dk1"/>
              </a:buClr>
              <a:buSzPts val="1280"/>
              <a:buNone/>
              <a:defRPr sz="1600" b="1"/>
            </a:lvl4pPr>
            <a:lvl5pPr marL="2286000" lvl="4" indent="-228600" algn="l">
              <a:lnSpc>
                <a:spcPct val="100000"/>
              </a:lnSpc>
              <a:spcBef>
                <a:spcPts val="320"/>
              </a:spcBef>
              <a:spcAft>
                <a:spcPts val="0"/>
              </a:spcAft>
              <a:buClr>
                <a:schemeClr val="dk1"/>
              </a:buClr>
              <a:buSzPts val="1280"/>
              <a:buNone/>
              <a:defRPr sz="1600" b="1"/>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6" name="Google Shape;16;p2"/>
          <p:cNvSpPr txBox="1">
            <a:spLocks noGrp="1"/>
          </p:cNvSpPr>
          <p:nvPr>
            <p:ph type="body" idx="2"/>
          </p:nvPr>
        </p:nvSpPr>
        <p:spPr>
          <a:xfrm>
            <a:off x="6193368" y="1859758"/>
            <a:ext cx="5389033" cy="654843"/>
          </a:xfrm>
          <a:prstGeom prst="rect">
            <a:avLst/>
          </a:prstGeom>
          <a:noFill/>
          <a:ln>
            <a:noFill/>
          </a:ln>
        </p:spPr>
        <p:txBody>
          <a:bodyPr spcFirstLastPara="1" wrap="square" lIns="45700" tIns="0" rIns="45700" bIns="0" anchor="ctr" anchorCtr="0">
            <a:noAutofit/>
          </a:bodyPr>
          <a:lstStyle>
            <a:lvl1pPr marL="457200" lvl="0" indent="-228600" algn="l">
              <a:lnSpc>
                <a:spcPct val="100000"/>
              </a:lnSpc>
              <a:spcBef>
                <a:spcPts val="480"/>
              </a:spcBef>
              <a:spcAft>
                <a:spcPts val="0"/>
              </a:spcAft>
              <a:buClr>
                <a:schemeClr val="dk2"/>
              </a:buClr>
              <a:buSzPts val="1920"/>
              <a:buNone/>
              <a:defRPr sz="2400" b="1" cap="none">
                <a:solidFill>
                  <a:schemeClr val="dk2"/>
                </a:solidFill>
              </a:defRPr>
            </a:lvl1pPr>
            <a:lvl2pPr marL="914400" lvl="1" indent="-228600" algn="l">
              <a:lnSpc>
                <a:spcPct val="100000"/>
              </a:lnSpc>
              <a:spcBef>
                <a:spcPts val="400"/>
              </a:spcBef>
              <a:spcAft>
                <a:spcPts val="0"/>
              </a:spcAft>
              <a:buClr>
                <a:schemeClr val="dk1"/>
              </a:buClr>
              <a:buSzPts val="1600"/>
              <a:buNone/>
              <a:defRPr sz="2000" b="1"/>
            </a:lvl2pPr>
            <a:lvl3pPr marL="1371600" lvl="2" indent="-228600" algn="l">
              <a:lnSpc>
                <a:spcPct val="100000"/>
              </a:lnSpc>
              <a:spcBef>
                <a:spcPts val="360"/>
              </a:spcBef>
              <a:spcAft>
                <a:spcPts val="0"/>
              </a:spcAft>
              <a:buClr>
                <a:schemeClr val="dk1"/>
              </a:buClr>
              <a:buSzPts val="1440"/>
              <a:buNone/>
              <a:defRPr sz="1800" b="1"/>
            </a:lvl3pPr>
            <a:lvl4pPr marL="1828800" lvl="3" indent="-228600" algn="l">
              <a:lnSpc>
                <a:spcPct val="100000"/>
              </a:lnSpc>
              <a:spcBef>
                <a:spcPts val="320"/>
              </a:spcBef>
              <a:spcAft>
                <a:spcPts val="0"/>
              </a:spcAft>
              <a:buClr>
                <a:schemeClr val="dk1"/>
              </a:buClr>
              <a:buSzPts val="1280"/>
              <a:buNone/>
              <a:defRPr sz="1600" b="1"/>
            </a:lvl4pPr>
            <a:lvl5pPr marL="2286000" lvl="4" indent="-228600" algn="l">
              <a:lnSpc>
                <a:spcPct val="100000"/>
              </a:lnSpc>
              <a:spcBef>
                <a:spcPts val="320"/>
              </a:spcBef>
              <a:spcAft>
                <a:spcPts val="0"/>
              </a:spcAft>
              <a:buClr>
                <a:schemeClr val="dk1"/>
              </a:buClr>
              <a:buSzPts val="1280"/>
              <a:buNone/>
              <a:defRPr sz="1600" b="1"/>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7" name="Google Shape;17;p2"/>
          <p:cNvSpPr txBox="1">
            <a:spLocks noGrp="1"/>
          </p:cNvSpPr>
          <p:nvPr>
            <p:ph type="body" idx="3"/>
          </p:nvPr>
        </p:nvSpPr>
        <p:spPr>
          <a:xfrm>
            <a:off x="609600" y="2514600"/>
            <a:ext cx="5386917" cy="3845720"/>
          </a:xfrm>
          <a:prstGeom prst="rect">
            <a:avLst/>
          </a:prstGeom>
          <a:noFill/>
          <a:ln>
            <a:noFill/>
          </a:ln>
        </p:spPr>
        <p:txBody>
          <a:bodyPr spcFirstLastPara="1" wrap="square" lIns="91425" tIns="0" rIns="91425" bIns="45700" anchor="t" anchorCtr="0">
            <a:noAutofit/>
          </a:bodyPr>
          <a:lstStyle>
            <a:lvl1pPr marL="457200" lvl="0" indent="-340360" algn="l">
              <a:lnSpc>
                <a:spcPct val="100000"/>
              </a:lnSpc>
              <a:spcBef>
                <a:spcPts val="440"/>
              </a:spcBef>
              <a:spcAft>
                <a:spcPts val="0"/>
              </a:spcAft>
              <a:buClr>
                <a:schemeClr val="dk1"/>
              </a:buClr>
              <a:buSzPts val="1760"/>
              <a:buChar char="⮚"/>
              <a:defRPr sz="2200"/>
            </a:lvl1pPr>
            <a:lvl2pPr marL="914400" lvl="1" indent="-330200" algn="l">
              <a:lnSpc>
                <a:spcPct val="100000"/>
              </a:lnSpc>
              <a:spcBef>
                <a:spcPts val="400"/>
              </a:spcBef>
              <a:spcAft>
                <a:spcPts val="0"/>
              </a:spcAft>
              <a:buClr>
                <a:schemeClr val="dk1"/>
              </a:buClr>
              <a:buSzPts val="1600"/>
              <a:buChar char="⮚"/>
              <a:defRPr sz="2000"/>
            </a:lvl2pPr>
            <a:lvl3pPr marL="1371600" lvl="2" indent="-320039" algn="l">
              <a:lnSpc>
                <a:spcPct val="100000"/>
              </a:lnSpc>
              <a:spcBef>
                <a:spcPts val="360"/>
              </a:spcBef>
              <a:spcAft>
                <a:spcPts val="0"/>
              </a:spcAft>
              <a:buClr>
                <a:schemeClr val="dk1"/>
              </a:buClr>
              <a:buSzPts val="1440"/>
              <a:buChar char="⮚"/>
              <a:defRPr sz="1800"/>
            </a:lvl3pPr>
            <a:lvl4pPr marL="1828800" lvl="3" indent="-309880" algn="l">
              <a:lnSpc>
                <a:spcPct val="100000"/>
              </a:lnSpc>
              <a:spcBef>
                <a:spcPts val="320"/>
              </a:spcBef>
              <a:spcAft>
                <a:spcPts val="0"/>
              </a:spcAft>
              <a:buClr>
                <a:schemeClr val="dk1"/>
              </a:buClr>
              <a:buSzPts val="1280"/>
              <a:buChar char="⮚"/>
              <a:defRPr sz="1600"/>
            </a:lvl4pPr>
            <a:lvl5pPr marL="2286000" lvl="4" indent="-309879" algn="l">
              <a:lnSpc>
                <a:spcPct val="100000"/>
              </a:lnSpc>
              <a:spcBef>
                <a:spcPts val="320"/>
              </a:spcBef>
              <a:spcAft>
                <a:spcPts val="0"/>
              </a:spcAft>
              <a:buClr>
                <a:schemeClr val="dk1"/>
              </a:buClr>
              <a:buSzPts val="1280"/>
              <a:buChar char="⮚"/>
              <a:defRPr sz="16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8" name="Google Shape;18;p2"/>
          <p:cNvSpPr txBox="1">
            <a:spLocks noGrp="1"/>
          </p:cNvSpPr>
          <p:nvPr>
            <p:ph type="body" idx="4"/>
          </p:nvPr>
        </p:nvSpPr>
        <p:spPr>
          <a:xfrm>
            <a:off x="6193368" y="2514600"/>
            <a:ext cx="5389033" cy="3845720"/>
          </a:xfrm>
          <a:prstGeom prst="rect">
            <a:avLst/>
          </a:prstGeom>
          <a:noFill/>
          <a:ln>
            <a:noFill/>
          </a:ln>
        </p:spPr>
        <p:txBody>
          <a:bodyPr spcFirstLastPara="1" wrap="square" lIns="91425" tIns="0" rIns="91425" bIns="45700" anchor="t" anchorCtr="0">
            <a:noAutofit/>
          </a:bodyPr>
          <a:lstStyle>
            <a:lvl1pPr marL="457200" lvl="0" indent="-340360" algn="l">
              <a:lnSpc>
                <a:spcPct val="100000"/>
              </a:lnSpc>
              <a:spcBef>
                <a:spcPts val="440"/>
              </a:spcBef>
              <a:spcAft>
                <a:spcPts val="0"/>
              </a:spcAft>
              <a:buClr>
                <a:schemeClr val="dk1"/>
              </a:buClr>
              <a:buSzPts val="1760"/>
              <a:buChar char="⮚"/>
              <a:defRPr sz="2200"/>
            </a:lvl1pPr>
            <a:lvl2pPr marL="914400" lvl="1" indent="-330200" algn="l">
              <a:lnSpc>
                <a:spcPct val="100000"/>
              </a:lnSpc>
              <a:spcBef>
                <a:spcPts val="400"/>
              </a:spcBef>
              <a:spcAft>
                <a:spcPts val="0"/>
              </a:spcAft>
              <a:buClr>
                <a:schemeClr val="dk1"/>
              </a:buClr>
              <a:buSzPts val="1600"/>
              <a:buChar char="⮚"/>
              <a:defRPr sz="2000"/>
            </a:lvl2pPr>
            <a:lvl3pPr marL="1371600" lvl="2" indent="-320039" algn="l">
              <a:lnSpc>
                <a:spcPct val="100000"/>
              </a:lnSpc>
              <a:spcBef>
                <a:spcPts val="360"/>
              </a:spcBef>
              <a:spcAft>
                <a:spcPts val="0"/>
              </a:spcAft>
              <a:buClr>
                <a:schemeClr val="dk1"/>
              </a:buClr>
              <a:buSzPts val="1440"/>
              <a:buChar char="⮚"/>
              <a:defRPr sz="1800"/>
            </a:lvl3pPr>
            <a:lvl4pPr marL="1828800" lvl="3" indent="-309880" algn="l">
              <a:lnSpc>
                <a:spcPct val="100000"/>
              </a:lnSpc>
              <a:spcBef>
                <a:spcPts val="320"/>
              </a:spcBef>
              <a:spcAft>
                <a:spcPts val="0"/>
              </a:spcAft>
              <a:buClr>
                <a:schemeClr val="dk1"/>
              </a:buClr>
              <a:buSzPts val="1280"/>
              <a:buChar char="⮚"/>
              <a:defRPr sz="1600"/>
            </a:lvl4pPr>
            <a:lvl5pPr marL="2286000" lvl="4" indent="-309879" algn="l">
              <a:lnSpc>
                <a:spcPct val="100000"/>
              </a:lnSpc>
              <a:spcBef>
                <a:spcPts val="320"/>
              </a:spcBef>
              <a:spcAft>
                <a:spcPts val="0"/>
              </a:spcAft>
              <a:buClr>
                <a:schemeClr val="dk1"/>
              </a:buClr>
              <a:buSzPts val="1280"/>
              <a:buChar char="⮚"/>
              <a:defRPr sz="16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9" name="Google Shape;19;p2"/>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711200" y="1371600"/>
            <a:ext cx="10468864" cy="1828800"/>
          </a:xfrm>
          <a:prstGeom prst="rect">
            <a:avLst/>
          </a:prstGeom>
          <a:noFill/>
          <a:ln>
            <a:noFill/>
          </a:ln>
        </p:spPr>
        <p:txBody>
          <a:bodyPr spcFirstLastPara="1" wrap="square" lIns="0" tIns="0" rIns="18275" bIns="0" anchor="b" anchorCtr="0">
            <a:normAutofit/>
          </a:bodyPr>
          <a:lstStyle>
            <a:lvl1pPr lvl="0" algn="r">
              <a:lnSpc>
                <a:spcPct val="100000"/>
              </a:lnSpc>
              <a:spcBef>
                <a:spcPts val="0"/>
              </a:spcBef>
              <a:spcAft>
                <a:spcPts val="0"/>
              </a:spcAft>
              <a:buClr>
                <a:srgbClr val="4CE0EA"/>
              </a:buClr>
              <a:buSzPts val="5600"/>
              <a:buFont typeface="Arial"/>
              <a:buNone/>
              <a:defRPr sz="5600" b="1">
                <a:solidFill>
                  <a:srgbClr val="4CE0E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711200" y="3228536"/>
            <a:ext cx="10472928" cy="1752600"/>
          </a:xfrm>
          <a:prstGeom prst="rect">
            <a:avLst/>
          </a:prstGeom>
          <a:noFill/>
          <a:ln>
            <a:noFill/>
          </a:ln>
        </p:spPr>
        <p:txBody>
          <a:bodyPr spcFirstLastPara="1" wrap="square" lIns="0" tIns="45700" rIns="18275" bIns="45700" anchor="t" anchorCtr="0">
            <a:noAutofit/>
          </a:bodyPr>
          <a:lstStyle>
            <a:lvl1pPr marR="45720" lvl="0" algn="r">
              <a:lnSpc>
                <a:spcPct val="100000"/>
              </a:lnSpc>
              <a:spcBef>
                <a:spcPts val="400"/>
              </a:spcBef>
              <a:spcAft>
                <a:spcPts val="0"/>
              </a:spcAft>
              <a:buClr>
                <a:schemeClr val="dk1"/>
              </a:buClr>
              <a:buSzPts val="1600"/>
              <a:buNone/>
              <a:defRPr>
                <a:solidFill>
                  <a:schemeClr val="dk1"/>
                </a:solidFill>
              </a:defRPr>
            </a:lvl1pPr>
            <a:lvl2pPr lvl="1" algn="ctr">
              <a:lnSpc>
                <a:spcPct val="100000"/>
              </a:lnSpc>
              <a:spcBef>
                <a:spcPts val="360"/>
              </a:spcBef>
              <a:spcAft>
                <a:spcPts val="0"/>
              </a:spcAft>
              <a:buClr>
                <a:schemeClr val="dk1"/>
              </a:buClr>
              <a:buSzPts val="1440"/>
              <a:buNone/>
              <a:defRPr/>
            </a:lvl2pPr>
            <a:lvl3pPr lvl="2" algn="ctr">
              <a:lnSpc>
                <a:spcPct val="100000"/>
              </a:lnSpc>
              <a:spcBef>
                <a:spcPts val="360"/>
              </a:spcBef>
              <a:spcAft>
                <a:spcPts val="0"/>
              </a:spcAft>
              <a:buClr>
                <a:schemeClr val="dk1"/>
              </a:buClr>
              <a:buSzPts val="1440"/>
              <a:buNone/>
              <a:defRPr/>
            </a:lvl3pPr>
            <a:lvl4pPr lvl="3" algn="ctr">
              <a:lnSpc>
                <a:spcPct val="100000"/>
              </a:lnSpc>
              <a:spcBef>
                <a:spcPts val="360"/>
              </a:spcBef>
              <a:spcAft>
                <a:spcPts val="0"/>
              </a:spcAft>
              <a:buClr>
                <a:schemeClr val="dk1"/>
              </a:buClr>
              <a:buSzPts val="1440"/>
              <a:buNone/>
              <a:defRPr/>
            </a:lvl4pPr>
            <a:lvl5pPr lvl="4" algn="ctr">
              <a:lnSpc>
                <a:spcPct val="100000"/>
              </a:lnSpc>
              <a:spcBef>
                <a:spcPts val="360"/>
              </a:spcBef>
              <a:spcAft>
                <a:spcPts val="0"/>
              </a:spcAft>
              <a:buClr>
                <a:schemeClr val="dk1"/>
              </a:buClr>
              <a:buSzPts val="1440"/>
              <a:buNone/>
              <a:defRPr/>
            </a:lvl5pPr>
            <a:lvl6pPr lvl="5" algn="ctr">
              <a:lnSpc>
                <a:spcPct val="100000"/>
              </a:lnSpc>
              <a:spcBef>
                <a:spcPts val="360"/>
              </a:spcBef>
              <a:spcAft>
                <a:spcPts val="0"/>
              </a:spcAft>
              <a:buSzPts val="1440"/>
              <a:buNone/>
              <a:defRPr/>
            </a:lvl6pPr>
            <a:lvl7pPr lvl="6" algn="ctr">
              <a:lnSpc>
                <a:spcPct val="100000"/>
              </a:lnSpc>
              <a:spcBef>
                <a:spcPts val="360"/>
              </a:spcBef>
              <a:spcAft>
                <a:spcPts val="0"/>
              </a:spcAft>
              <a:buSzPts val="144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27" name="Google Shape;27;p4"/>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707136" y="1316736"/>
            <a:ext cx="10363200" cy="1362456"/>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4AE3AC"/>
              </a:buClr>
              <a:buSzPts val="5600"/>
              <a:buFont typeface="Arial"/>
              <a:buNone/>
              <a:defRPr sz="5600" b="1" cap="none">
                <a:solidFill>
                  <a:srgbClr val="4AE3A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707136" y="2704664"/>
            <a:ext cx="10363200" cy="1509712"/>
          </a:xfrm>
          <a:prstGeom prst="rect">
            <a:avLst/>
          </a:prstGeom>
          <a:noFill/>
          <a:ln>
            <a:noFill/>
          </a:ln>
        </p:spPr>
        <p:txBody>
          <a:bodyPr spcFirstLastPara="1" wrap="square" lIns="45700" tIns="45700" rIns="45700" bIns="45700" anchor="t" anchorCtr="0">
            <a:noAutofit/>
          </a:bodyPr>
          <a:lstStyle>
            <a:lvl1pPr marL="457200" lvl="0" indent="-228600" algn="l">
              <a:lnSpc>
                <a:spcPct val="100000"/>
              </a:lnSpc>
              <a:spcBef>
                <a:spcPts val="440"/>
              </a:spcBef>
              <a:spcAft>
                <a:spcPts val="0"/>
              </a:spcAft>
              <a:buClr>
                <a:schemeClr val="dk1"/>
              </a:buClr>
              <a:buSzPts val="1760"/>
              <a:buNone/>
              <a:defRPr sz="2200">
                <a:solidFill>
                  <a:schemeClr val="dk1"/>
                </a:solidFill>
              </a:defRPr>
            </a:lvl1pPr>
            <a:lvl2pPr marL="914400" lvl="1" indent="-228600" algn="l">
              <a:lnSpc>
                <a:spcPct val="100000"/>
              </a:lnSpc>
              <a:spcBef>
                <a:spcPts val="360"/>
              </a:spcBef>
              <a:spcAft>
                <a:spcPts val="0"/>
              </a:spcAft>
              <a:buClr>
                <a:srgbClr val="888888"/>
              </a:buClr>
              <a:buSzPts val="1440"/>
              <a:buNone/>
              <a:defRPr sz="1800">
                <a:solidFill>
                  <a:srgbClr val="888888"/>
                </a:solidFill>
              </a:defRPr>
            </a:lvl2pPr>
            <a:lvl3pPr marL="1371600" lvl="2" indent="-228600" algn="l">
              <a:lnSpc>
                <a:spcPct val="100000"/>
              </a:lnSpc>
              <a:spcBef>
                <a:spcPts val="320"/>
              </a:spcBef>
              <a:spcAft>
                <a:spcPts val="0"/>
              </a:spcAft>
              <a:buClr>
                <a:srgbClr val="888888"/>
              </a:buClr>
              <a:buSzPts val="1280"/>
              <a:buNone/>
              <a:defRPr sz="1600">
                <a:solidFill>
                  <a:srgbClr val="888888"/>
                </a:solidFill>
              </a:defRPr>
            </a:lvl3pPr>
            <a:lvl4pPr marL="1828800" lvl="3" indent="-228600" algn="l">
              <a:lnSpc>
                <a:spcPct val="100000"/>
              </a:lnSpc>
              <a:spcBef>
                <a:spcPts val="280"/>
              </a:spcBef>
              <a:spcAft>
                <a:spcPts val="0"/>
              </a:spcAft>
              <a:buClr>
                <a:srgbClr val="888888"/>
              </a:buClr>
              <a:buSzPts val="1120"/>
              <a:buNone/>
              <a:defRPr sz="1400">
                <a:solidFill>
                  <a:srgbClr val="888888"/>
                </a:solidFill>
              </a:defRPr>
            </a:lvl4pPr>
            <a:lvl5pPr marL="2286000" lvl="4" indent="-228600" algn="l">
              <a:lnSpc>
                <a:spcPct val="100000"/>
              </a:lnSpc>
              <a:spcBef>
                <a:spcPts val="280"/>
              </a:spcBef>
              <a:spcAft>
                <a:spcPts val="0"/>
              </a:spcAft>
              <a:buClr>
                <a:srgbClr val="888888"/>
              </a:buClr>
              <a:buSzPts val="1120"/>
              <a:buNone/>
              <a:defRPr sz="1400">
                <a:solidFill>
                  <a:srgbClr val="888888"/>
                </a:solidFill>
              </a:defRPr>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7" name="Google Shape;37;p6"/>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7"/>
          <p:cNvSpPr txBox="1">
            <a:spLocks noGrp="1"/>
          </p:cNvSpPr>
          <p:nvPr>
            <p:ph type="title"/>
          </p:nvPr>
        </p:nvSpPr>
        <p:spPr>
          <a:xfrm>
            <a:off x="609600" y="704088"/>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7"/>
          <p:cNvSpPr txBox="1">
            <a:spLocks noGrp="1"/>
          </p:cNvSpPr>
          <p:nvPr>
            <p:ph type="body" idx="1"/>
          </p:nvPr>
        </p:nvSpPr>
        <p:spPr>
          <a:xfrm>
            <a:off x="609600" y="1920085"/>
            <a:ext cx="5384800" cy="4434840"/>
          </a:xfrm>
          <a:prstGeom prst="rect">
            <a:avLst/>
          </a:prstGeom>
          <a:noFill/>
          <a:ln>
            <a:noFill/>
          </a:ln>
        </p:spPr>
        <p:txBody>
          <a:bodyPr spcFirstLastPara="1" wrap="square" lIns="91425" tIns="45700" rIns="91425" bIns="45700" anchor="t" anchorCtr="0">
            <a:noAutofit/>
          </a:bodyPr>
          <a:lstStyle>
            <a:lvl1pPr marL="457200" lvl="0" indent="-360680" algn="l">
              <a:lnSpc>
                <a:spcPct val="100000"/>
              </a:lnSpc>
              <a:spcBef>
                <a:spcPts val="520"/>
              </a:spcBef>
              <a:spcAft>
                <a:spcPts val="0"/>
              </a:spcAft>
              <a:buClr>
                <a:schemeClr val="dk1"/>
              </a:buClr>
              <a:buSzPts val="2080"/>
              <a:buChar char="⮚"/>
              <a:defRPr sz="2600"/>
            </a:lvl1pPr>
            <a:lvl2pPr marL="914400" lvl="1" indent="-350519" algn="l">
              <a:lnSpc>
                <a:spcPct val="100000"/>
              </a:lnSpc>
              <a:spcBef>
                <a:spcPts val="480"/>
              </a:spcBef>
              <a:spcAft>
                <a:spcPts val="0"/>
              </a:spcAft>
              <a:buClr>
                <a:schemeClr val="dk1"/>
              </a:buClr>
              <a:buSzPts val="1920"/>
              <a:buChar char="⮚"/>
              <a:defRPr sz="2400"/>
            </a:lvl2pPr>
            <a:lvl3pPr marL="1371600" lvl="2" indent="-330200" algn="l">
              <a:lnSpc>
                <a:spcPct val="100000"/>
              </a:lnSpc>
              <a:spcBef>
                <a:spcPts val="400"/>
              </a:spcBef>
              <a:spcAft>
                <a:spcPts val="0"/>
              </a:spcAft>
              <a:buClr>
                <a:schemeClr val="dk1"/>
              </a:buClr>
              <a:buSzPts val="1600"/>
              <a:buChar char="⮚"/>
              <a:defRPr sz="2000"/>
            </a:lvl3pPr>
            <a:lvl4pPr marL="1828800" lvl="3" indent="-320039" algn="l">
              <a:lnSpc>
                <a:spcPct val="100000"/>
              </a:lnSpc>
              <a:spcBef>
                <a:spcPts val="360"/>
              </a:spcBef>
              <a:spcAft>
                <a:spcPts val="0"/>
              </a:spcAft>
              <a:buClr>
                <a:schemeClr val="dk1"/>
              </a:buClr>
              <a:buSzPts val="1440"/>
              <a:buChar char="⮚"/>
              <a:defRPr sz="1800"/>
            </a:lvl4pPr>
            <a:lvl5pPr marL="2286000" lvl="4" indent="-320039" algn="l">
              <a:lnSpc>
                <a:spcPct val="100000"/>
              </a:lnSpc>
              <a:spcBef>
                <a:spcPts val="360"/>
              </a:spcBef>
              <a:spcAft>
                <a:spcPts val="0"/>
              </a:spcAft>
              <a:buClr>
                <a:schemeClr val="dk1"/>
              </a:buClr>
              <a:buSzPts val="1440"/>
              <a:buChar char="⮚"/>
              <a:defRPr sz="18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2" name="Google Shape;42;p7"/>
          <p:cNvSpPr txBox="1">
            <a:spLocks noGrp="1"/>
          </p:cNvSpPr>
          <p:nvPr>
            <p:ph type="body" idx="2"/>
          </p:nvPr>
        </p:nvSpPr>
        <p:spPr>
          <a:xfrm>
            <a:off x="6197600" y="1920085"/>
            <a:ext cx="5384800" cy="4434840"/>
          </a:xfrm>
          <a:prstGeom prst="rect">
            <a:avLst/>
          </a:prstGeom>
          <a:noFill/>
          <a:ln>
            <a:noFill/>
          </a:ln>
        </p:spPr>
        <p:txBody>
          <a:bodyPr spcFirstLastPara="1" wrap="square" lIns="91425" tIns="45700" rIns="91425" bIns="45700" anchor="t" anchorCtr="0">
            <a:noAutofit/>
          </a:bodyPr>
          <a:lstStyle>
            <a:lvl1pPr marL="457200" lvl="0" indent="-360680" algn="l">
              <a:lnSpc>
                <a:spcPct val="100000"/>
              </a:lnSpc>
              <a:spcBef>
                <a:spcPts val="520"/>
              </a:spcBef>
              <a:spcAft>
                <a:spcPts val="0"/>
              </a:spcAft>
              <a:buClr>
                <a:schemeClr val="dk1"/>
              </a:buClr>
              <a:buSzPts val="2080"/>
              <a:buChar char="⮚"/>
              <a:defRPr sz="2600"/>
            </a:lvl1pPr>
            <a:lvl2pPr marL="914400" lvl="1" indent="-350519" algn="l">
              <a:lnSpc>
                <a:spcPct val="100000"/>
              </a:lnSpc>
              <a:spcBef>
                <a:spcPts val="480"/>
              </a:spcBef>
              <a:spcAft>
                <a:spcPts val="0"/>
              </a:spcAft>
              <a:buClr>
                <a:schemeClr val="dk1"/>
              </a:buClr>
              <a:buSzPts val="1920"/>
              <a:buChar char="⮚"/>
              <a:defRPr sz="2400"/>
            </a:lvl2pPr>
            <a:lvl3pPr marL="1371600" lvl="2" indent="-330200" algn="l">
              <a:lnSpc>
                <a:spcPct val="100000"/>
              </a:lnSpc>
              <a:spcBef>
                <a:spcPts val="400"/>
              </a:spcBef>
              <a:spcAft>
                <a:spcPts val="0"/>
              </a:spcAft>
              <a:buClr>
                <a:schemeClr val="dk1"/>
              </a:buClr>
              <a:buSzPts val="1600"/>
              <a:buChar char="⮚"/>
              <a:defRPr sz="2000"/>
            </a:lvl3pPr>
            <a:lvl4pPr marL="1828800" lvl="3" indent="-320039" algn="l">
              <a:lnSpc>
                <a:spcPct val="100000"/>
              </a:lnSpc>
              <a:spcBef>
                <a:spcPts val="360"/>
              </a:spcBef>
              <a:spcAft>
                <a:spcPts val="0"/>
              </a:spcAft>
              <a:buClr>
                <a:schemeClr val="dk1"/>
              </a:buClr>
              <a:buSzPts val="1440"/>
              <a:buChar char="⮚"/>
              <a:defRPr sz="1800"/>
            </a:lvl4pPr>
            <a:lvl5pPr marL="2286000" lvl="4" indent="-320039" algn="l">
              <a:lnSpc>
                <a:spcPct val="100000"/>
              </a:lnSpc>
              <a:spcBef>
                <a:spcPts val="360"/>
              </a:spcBef>
              <a:spcAft>
                <a:spcPts val="0"/>
              </a:spcAft>
              <a:buClr>
                <a:schemeClr val="dk1"/>
              </a:buClr>
              <a:buSzPts val="1440"/>
              <a:buChar char="⮚"/>
              <a:defRPr sz="18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3" name="Google Shape;43;p7"/>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609600" y="704088"/>
            <a:ext cx="11074400" cy="1143000"/>
          </a:xfrm>
          <a:prstGeom prst="rect">
            <a:avLst/>
          </a:prstGeom>
          <a:noFill/>
          <a:ln>
            <a:noFill/>
          </a:ln>
        </p:spPr>
        <p:txBody>
          <a:bodyPr spcFirstLastPara="1" wrap="square" lIns="0" tIns="45700" rIns="0" bIns="0" anchor="b" anchorCtr="0">
            <a:normAutofit/>
          </a:bodyPr>
          <a:lstStyle>
            <a:lvl1pPr lvl="0" algn="l">
              <a:lnSpc>
                <a:spcPct val="100000"/>
              </a:lnSpc>
              <a:spcBef>
                <a:spcPts val="0"/>
              </a:spcBef>
              <a:spcAft>
                <a:spcPts val="0"/>
              </a:spcAft>
              <a:buClr>
                <a:schemeClr val="dk2"/>
              </a:buClr>
              <a:buSzPts val="5000"/>
              <a:buFont typeface="Arial"/>
              <a:buNone/>
              <a:defRPr sz="5000" b="0">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914400" y="514352"/>
            <a:ext cx="3657600" cy="116205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Clr>
                <a:schemeClr val="dk2"/>
              </a:buClr>
              <a:buSzPts val="2600"/>
              <a:buFont typeface="Arial"/>
              <a:buNone/>
              <a:defRPr sz="2600" b="0">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body" idx="1"/>
          </p:nvPr>
        </p:nvSpPr>
        <p:spPr>
          <a:xfrm>
            <a:off x="914400" y="1676400"/>
            <a:ext cx="3657600" cy="4572000"/>
          </a:xfrm>
          <a:prstGeom prst="rect">
            <a:avLst/>
          </a:prstGeom>
          <a:noFill/>
          <a:ln>
            <a:noFill/>
          </a:ln>
        </p:spPr>
        <p:txBody>
          <a:bodyPr spcFirstLastPara="1" wrap="square" lIns="18275" tIns="45700" rIns="18275" bIns="45700" anchor="t" anchorCtr="0">
            <a:noAutofit/>
          </a:bodyPr>
          <a:lstStyle>
            <a:lvl1pPr marL="457200" lvl="0" indent="-228600" algn="l">
              <a:lnSpc>
                <a:spcPct val="100000"/>
              </a:lnSpc>
              <a:spcBef>
                <a:spcPts val="280"/>
              </a:spcBef>
              <a:spcAft>
                <a:spcPts val="0"/>
              </a:spcAft>
              <a:buClr>
                <a:schemeClr val="dk1"/>
              </a:buClr>
              <a:buSzPts val="1120"/>
              <a:buNone/>
              <a:defRPr sz="1400"/>
            </a:lvl1pPr>
            <a:lvl2pPr marL="914400" lvl="1" indent="-228600" algn="l">
              <a:lnSpc>
                <a:spcPct val="100000"/>
              </a:lnSpc>
              <a:spcBef>
                <a:spcPts val="240"/>
              </a:spcBef>
              <a:spcAft>
                <a:spcPts val="0"/>
              </a:spcAft>
              <a:buClr>
                <a:schemeClr val="dk1"/>
              </a:buClr>
              <a:buSzPts val="960"/>
              <a:buNone/>
              <a:defRPr sz="1200"/>
            </a:lvl2pPr>
            <a:lvl3pPr marL="1371600" lvl="2" indent="-228600" algn="l">
              <a:lnSpc>
                <a:spcPct val="100000"/>
              </a:lnSpc>
              <a:spcBef>
                <a:spcPts val="200"/>
              </a:spcBef>
              <a:spcAft>
                <a:spcPts val="0"/>
              </a:spcAft>
              <a:buClr>
                <a:schemeClr val="dk1"/>
              </a:buClr>
              <a:buSzPts val="800"/>
              <a:buNone/>
              <a:defRPr sz="1000"/>
            </a:lvl3pPr>
            <a:lvl4pPr marL="1828800" lvl="3" indent="-228600" algn="l">
              <a:lnSpc>
                <a:spcPct val="100000"/>
              </a:lnSpc>
              <a:spcBef>
                <a:spcPts val="180"/>
              </a:spcBef>
              <a:spcAft>
                <a:spcPts val="0"/>
              </a:spcAft>
              <a:buClr>
                <a:schemeClr val="dk1"/>
              </a:buClr>
              <a:buSzPts val="720"/>
              <a:buNone/>
              <a:defRPr sz="900"/>
            </a:lvl4pPr>
            <a:lvl5pPr marL="2286000" lvl="4" indent="-228600" algn="l">
              <a:lnSpc>
                <a:spcPct val="100000"/>
              </a:lnSpc>
              <a:spcBef>
                <a:spcPts val="180"/>
              </a:spcBef>
              <a:spcAft>
                <a:spcPts val="0"/>
              </a:spcAft>
              <a:buClr>
                <a:schemeClr val="dk1"/>
              </a:buClr>
              <a:buSzPts val="720"/>
              <a:buNone/>
              <a:defRPr sz="9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2" name="Google Shape;52;p9"/>
          <p:cNvSpPr txBox="1">
            <a:spLocks noGrp="1"/>
          </p:cNvSpPr>
          <p:nvPr>
            <p:ph type="body" idx="2"/>
          </p:nvPr>
        </p:nvSpPr>
        <p:spPr>
          <a:xfrm>
            <a:off x="4766733" y="1676400"/>
            <a:ext cx="6815667" cy="4572000"/>
          </a:xfrm>
          <a:prstGeom prst="rect">
            <a:avLst/>
          </a:prstGeom>
          <a:noFill/>
          <a:ln>
            <a:noFill/>
          </a:ln>
        </p:spPr>
        <p:txBody>
          <a:bodyPr spcFirstLastPara="1" wrap="square" lIns="91425" tIns="0" rIns="91425" bIns="45700" anchor="t" anchorCtr="0">
            <a:noAutofit/>
          </a:bodyPr>
          <a:lstStyle>
            <a:lvl1pPr marL="457200" lvl="0" indent="-370840" algn="l">
              <a:lnSpc>
                <a:spcPct val="100000"/>
              </a:lnSpc>
              <a:spcBef>
                <a:spcPts val="560"/>
              </a:spcBef>
              <a:spcAft>
                <a:spcPts val="0"/>
              </a:spcAft>
              <a:buClr>
                <a:schemeClr val="dk1"/>
              </a:buClr>
              <a:buSzPts val="2240"/>
              <a:buChar char="⮚"/>
              <a:defRPr sz="2800"/>
            </a:lvl1pPr>
            <a:lvl2pPr marL="914400" lvl="1" indent="-360680" algn="l">
              <a:lnSpc>
                <a:spcPct val="100000"/>
              </a:lnSpc>
              <a:spcBef>
                <a:spcPts val="520"/>
              </a:spcBef>
              <a:spcAft>
                <a:spcPts val="0"/>
              </a:spcAft>
              <a:buClr>
                <a:schemeClr val="dk1"/>
              </a:buClr>
              <a:buSzPts val="2080"/>
              <a:buChar char="⮚"/>
              <a:defRPr sz="2600"/>
            </a:lvl2pPr>
            <a:lvl3pPr marL="1371600" lvl="2" indent="-350519" algn="l">
              <a:lnSpc>
                <a:spcPct val="100000"/>
              </a:lnSpc>
              <a:spcBef>
                <a:spcPts val="480"/>
              </a:spcBef>
              <a:spcAft>
                <a:spcPts val="0"/>
              </a:spcAft>
              <a:buClr>
                <a:schemeClr val="dk1"/>
              </a:buClr>
              <a:buSzPts val="1920"/>
              <a:buChar char="⮚"/>
              <a:defRPr sz="2400"/>
            </a:lvl3pPr>
            <a:lvl4pPr marL="1828800" lvl="3" indent="-330200" algn="l">
              <a:lnSpc>
                <a:spcPct val="100000"/>
              </a:lnSpc>
              <a:spcBef>
                <a:spcPts val="400"/>
              </a:spcBef>
              <a:spcAft>
                <a:spcPts val="0"/>
              </a:spcAft>
              <a:buClr>
                <a:schemeClr val="dk1"/>
              </a:buClr>
              <a:buSzPts val="1600"/>
              <a:buChar char="⮚"/>
              <a:defRPr sz="2000"/>
            </a:lvl4pPr>
            <a:lvl5pPr marL="2286000" lvl="4" indent="-320039" algn="l">
              <a:lnSpc>
                <a:spcPct val="100000"/>
              </a:lnSpc>
              <a:spcBef>
                <a:spcPts val="360"/>
              </a:spcBef>
              <a:spcAft>
                <a:spcPts val="0"/>
              </a:spcAft>
              <a:buClr>
                <a:schemeClr val="dk1"/>
              </a:buClr>
              <a:buSzPts val="1440"/>
              <a:buChar char="⮚"/>
              <a:defRPr sz="18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3" name="Google Shape;53;p9"/>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9"/>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10"/>
          <p:cNvSpPr/>
          <p:nvPr/>
        </p:nvSpPr>
        <p:spPr>
          <a:xfrm rot="-10380000" flipH="1">
            <a:off x="4220633" y="1108075"/>
            <a:ext cx="7010400" cy="4114800"/>
          </a:xfrm>
          <a:prstGeom prst="snipRoundRect">
            <a:avLst>
              <a:gd name="adj1" fmla="val 0"/>
              <a:gd name="adj2" fmla="val 3646"/>
            </a:avLst>
          </a:prstGeom>
          <a:solidFill>
            <a:srgbClr val="FFFFFF"/>
          </a:solidFill>
          <a:ln w="9525" cap="rnd" cmpd="sng">
            <a:solidFill>
              <a:srgbClr val="C0C0C0"/>
            </a:solidFill>
            <a:prstDash val="solid"/>
            <a:round/>
            <a:headEnd type="none" w="sm" len="sm"/>
            <a:tailEnd type="none" w="sm" len="sm"/>
          </a:ln>
          <a:effectLst>
            <a:outerShdw blurRad="63500" dist="38500" dir="7500000" sx="98500" sy="100080" kx="100000" algn="tl" rotWithShape="0">
              <a:srgbClr val="000000">
                <a:alpha val="2431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 name="Google Shape;57;p10"/>
          <p:cNvSpPr/>
          <p:nvPr/>
        </p:nvSpPr>
        <p:spPr>
          <a:xfrm rot="-10380000" flipH="1">
            <a:off x="10672234" y="5359401"/>
            <a:ext cx="207433" cy="155575"/>
          </a:xfrm>
          <a:prstGeom prst="rtTriangle">
            <a:avLst/>
          </a:prstGeom>
          <a:solidFill>
            <a:srgbClr val="FFFFFF"/>
          </a:solidFill>
          <a:ln w="12700" cap="flat" cmpd="sng">
            <a:solidFill>
              <a:srgbClr val="FFFFFF"/>
            </a:solidFill>
            <a:prstDash val="solid"/>
            <a:bevel/>
            <a:headEnd type="none" w="sm" len="sm"/>
            <a:tailEnd type="none" w="sm" len="sm"/>
          </a:ln>
          <a:effectLst>
            <a:outerShdw blurRad="19685" dist="6350" dir="12900000" algn="tl" rotWithShape="0">
              <a:srgbClr val="000000">
                <a:alpha val="4627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8" name="Google Shape;58;p10"/>
          <p:cNvSpPr/>
          <p:nvPr/>
        </p:nvSpPr>
        <p:spPr>
          <a:xfrm rot="10800000" flipH="1">
            <a:off x="-12700" y="5816600"/>
            <a:ext cx="1221740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313"/>
                </a:srgbClr>
              </a:gs>
              <a:gs pos="100000">
                <a:srgbClr val="00E9F7">
                  <a:alpha val="54509"/>
                </a:srgbClr>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9" name="Google Shape;59;p10"/>
          <p:cNvSpPr/>
          <p:nvPr/>
        </p:nvSpPr>
        <p:spPr>
          <a:xfrm rot="10800000" flipH="1">
            <a:off x="5842000" y="6219826"/>
            <a:ext cx="63500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411"/>
                </a:srgbClr>
              </a:gs>
              <a:gs pos="80000">
                <a:srgbClr val="0099E4">
                  <a:alpha val="44313"/>
                </a:srgbClr>
              </a:gs>
              <a:gs pos="100000">
                <a:srgbClr val="0099E4">
                  <a:alpha val="44313"/>
                </a:srgbClr>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 name="Google Shape;60;p10"/>
          <p:cNvSpPr txBox="1">
            <a:spLocks noGrp="1"/>
          </p:cNvSpPr>
          <p:nvPr>
            <p:ph type="title"/>
          </p:nvPr>
        </p:nvSpPr>
        <p:spPr>
          <a:xfrm>
            <a:off x="812800" y="1176997"/>
            <a:ext cx="2950464" cy="1582621"/>
          </a:xfrm>
          <a:prstGeom prst="rect">
            <a:avLst/>
          </a:prstGeom>
          <a:noFill/>
          <a:ln>
            <a:noFill/>
          </a:ln>
        </p:spPr>
        <p:txBody>
          <a:bodyPr spcFirstLastPara="1" wrap="square" lIns="45700" tIns="45700" rIns="45700" bIns="45700" anchor="b" anchorCtr="0">
            <a:noAutofit/>
          </a:bodyPr>
          <a:lstStyle>
            <a:lvl1pPr lvl="0" algn="l">
              <a:lnSpc>
                <a:spcPct val="100000"/>
              </a:lnSpc>
              <a:spcBef>
                <a:spcPts val="0"/>
              </a:spcBef>
              <a:spcAft>
                <a:spcPts val="0"/>
              </a:spcAft>
              <a:buClr>
                <a:schemeClr val="dk2"/>
              </a:buClr>
              <a:buSzPts val="2000"/>
              <a:buFont typeface="Arial"/>
              <a:buNone/>
              <a:defRPr sz="20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0"/>
          <p:cNvSpPr txBox="1">
            <a:spLocks noGrp="1"/>
          </p:cNvSpPr>
          <p:nvPr>
            <p:ph type="body" idx="1"/>
          </p:nvPr>
        </p:nvSpPr>
        <p:spPr>
          <a:xfrm>
            <a:off x="812800" y="2828785"/>
            <a:ext cx="2946400" cy="2179320"/>
          </a:xfrm>
          <a:prstGeom prst="rect">
            <a:avLst/>
          </a:prstGeom>
          <a:noFill/>
          <a:ln>
            <a:noFill/>
          </a:ln>
        </p:spPr>
        <p:txBody>
          <a:bodyPr spcFirstLastPara="1" wrap="square" lIns="64000" tIns="45700" rIns="45700" bIns="45700" anchor="t" anchorCtr="0">
            <a:noAutofit/>
          </a:bodyPr>
          <a:lstStyle>
            <a:lvl1pPr marL="457200" lvl="0" indent="-228600" algn="l">
              <a:lnSpc>
                <a:spcPct val="100000"/>
              </a:lnSpc>
              <a:spcBef>
                <a:spcPts val="250"/>
              </a:spcBef>
              <a:spcAft>
                <a:spcPts val="0"/>
              </a:spcAft>
              <a:buClr>
                <a:schemeClr val="dk1"/>
              </a:buClr>
              <a:buSzPts val="1040"/>
              <a:buFont typeface="Arial"/>
              <a:buNone/>
              <a:defRPr sz="1300"/>
            </a:lvl1pPr>
            <a:lvl2pPr marL="914400" lvl="1" indent="-289560" algn="l">
              <a:lnSpc>
                <a:spcPct val="100000"/>
              </a:lnSpc>
              <a:spcBef>
                <a:spcPts val="240"/>
              </a:spcBef>
              <a:spcAft>
                <a:spcPts val="0"/>
              </a:spcAft>
              <a:buClr>
                <a:schemeClr val="dk1"/>
              </a:buClr>
              <a:buSzPts val="960"/>
              <a:buChar char="⮚"/>
              <a:defRPr sz="1200"/>
            </a:lvl2pPr>
            <a:lvl3pPr marL="1371600" lvl="2" indent="-279400" algn="l">
              <a:lnSpc>
                <a:spcPct val="100000"/>
              </a:lnSpc>
              <a:spcBef>
                <a:spcPts val="200"/>
              </a:spcBef>
              <a:spcAft>
                <a:spcPts val="0"/>
              </a:spcAft>
              <a:buClr>
                <a:schemeClr val="dk1"/>
              </a:buClr>
              <a:buSzPts val="800"/>
              <a:buChar char="⮚"/>
              <a:defRPr sz="1000"/>
            </a:lvl3pPr>
            <a:lvl4pPr marL="1828800" lvl="3" indent="-274319" algn="l">
              <a:lnSpc>
                <a:spcPct val="100000"/>
              </a:lnSpc>
              <a:spcBef>
                <a:spcPts val="180"/>
              </a:spcBef>
              <a:spcAft>
                <a:spcPts val="0"/>
              </a:spcAft>
              <a:buClr>
                <a:schemeClr val="dk1"/>
              </a:buClr>
              <a:buSzPts val="720"/>
              <a:buChar char="⮚"/>
              <a:defRPr sz="900"/>
            </a:lvl4pPr>
            <a:lvl5pPr marL="2286000" lvl="4" indent="-274320" algn="l">
              <a:lnSpc>
                <a:spcPct val="100000"/>
              </a:lnSpc>
              <a:spcBef>
                <a:spcPts val="180"/>
              </a:spcBef>
              <a:spcAft>
                <a:spcPts val="0"/>
              </a:spcAft>
              <a:buClr>
                <a:schemeClr val="dk1"/>
              </a:buClr>
              <a:buSzPts val="720"/>
              <a:buChar char="⮚"/>
              <a:defRPr sz="9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2" name="Google Shape;62;p10"/>
          <p:cNvSpPr>
            <a:spLocks noGrp="1"/>
          </p:cNvSpPr>
          <p:nvPr>
            <p:ph type="pic" idx="2"/>
          </p:nvPr>
        </p:nvSpPr>
        <p:spPr>
          <a:xfrm rot="420000">
            <a:off x="4647724" y="1199517"/>
            <a:ext cx="6156960" cy="3931920"/>
          </a:xfrm>
          <a:prstGeom prst="rect">
            <a:avLst/>
          </a:prstGeom>
          <a:solidFill>
            <a:schemeClr val="lt2"/>
          </a:solidFill>
          <a:ln w="9525" cap="rnd" cmpd="sng">
            <a:solidFill>
              <a:srgbClr val="C0C0C0"/>
            </a:solidFill>
            <a:prstDash val="solid"/>
            <a:round/>
            <a:headEnd type="none" w="sm" len="sm"/>
            <a:tailEnd type="none" w="sm" len="sm"/>
          </a:ln>
        </p:spPr>
      </p:sp>
      <p:sp>
        <p:nvSpPr>
          <p:cNvPr id="63" name="Google Shape;63;p10"/>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609600" y="704850"/>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body" idx="1"/>
          </p:nvPr>
        </p:nvSpPr>
        <p:spPr>
          <a:xfrm rot="5400000">
            <a:off x="3901282" y="-1356518"/>
            <a:ext cx="4389437" cy="109728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360"/>
              </a:spcBef>
              <a:spcAft>
                <a:spcPts val="0"/>
              </a:spcAft>
              <a:buClr>
                <a:schemeClr val="dk1"/>
              </a:buClr>
              <a:buSzPts val="1440"/>
              <a:buChar char="⮚"/>
              <a:defRPr/>
            </a:lvl1pPr>
            <a:lvl2pPr marL="914400" lvl="1" indent="-320040" algn="l">
              <a:lnSpc>
                <a:spcPct val="100000"/>
              </a:lnSpc>
              <a:spcBef>
                <a:spcPts val="360"/>
              </a:spcBef>
              <a:spcAft>
                <a:spcPts val="0"/>
              </a:spcAft>
              <a:buClr>
                <a:schemeClr val="dk1"/>
              </a:buClr>
              <a:buSzPts val="1440"/>
              <a:buChar char="⮚"/>
              <a:defRPr/>
            </a:lvl2pPr>
            <a:lvl3pPr marL="1371600" lvl="2" indent="-320039" algn="l">
              <a:lnSpc>
                <a:spcPct val="100000"/>
              </a:lnSpc>
              <a:spcBef>
                <a:spcPts val="360"/>
              </a:spcBef>
              <a:spcAft>
                <a:spcPts val="0"/>
              </a:spcAft>
              <a:buClr>
                <a:schemeClr val="dk1"/>
              </a:buClr>
              <a:buSzPts val="1440"/>
              <a:buChar char="⮚"/>
              <a:defRPr/>
            </a:lvl3pPr>
            <a:lvl4pPr marL="1828800" lvl="3" indent="-320039" algn="l">
              <a:lnSpc>
                <a:spcPct val="100000"/>
              </a:lnSpc>
              <a:spcBef>
                <a:spcPts val="360"/>
              </a:spcBef>
              <a:spcAft>
                <a:spcPts val="0"/>
              </a:spcAft>
              <a:buClr>
                <a:schemeClr val="dk1"/>
              </a:buClr>
              <a:buSzPts val="1440"/>
              <a:buChar char="⮚"/>
              <a:defRPr/>
            </a:lvl4pPr>
            <a:lvl5pPr marL="2286000" lvl="4" indent="-320039" algn="l">
              <a:lnSpc>
                <a:spcPct val="100000"/>
              </a:lnSpc>
              <a:spcBef>
                <a:spcPts val="360"/>
              </a:spcBef>
              <a:spcAft>
                <a:spcPts val="0"/>
              </a:spcAft>
              <a:buClr>
                <a:schemeClr val="dk1"/>
              </a:buClr>
              <a:buSzPts val="1440"/>
              <a:buChar char="⮚"/>
              <a:defRPr/>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8" name="Google Shape;68;p11"/>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1"/>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0"/>
        <p:cNvGrpSpPr/>
        <p:nvPr/>
      </p:nvGrpSpPr>
      <p:grpSpPr>
        <a:xfrm>
          <a:off x="0" y="0"/>
          <a:ext cx="0" cy="0"/>
          <a:chOff x="0" y="0"/>
          <a:chExt cx="0" cy="0"/>
        </a:xfrm>
      </p:grpSpPr>
      <p:sp>
        <p:nvSpPr>
          <p:cNvPr id="71" name="Google Shape;71;p12"/>
          <p:cNvSpPr txBox="1">
            <a:spLocks noGrp="1"/>
          </p:cNvSpPr>
          <p:nvPr>
            <p:ph type="title"/>
          </p:nvPr>
        </p:nvSpPr>
        <p:spPr>
          <a:xfrm rot="5400000">
            <a:off x="7604919" y="2148684"/>
            <a:ext cx="5211763" cy="27432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body" idx="1"/>
          </p:nvPr>
        </p:nvSpPr>
        <p:spPr>
          <a:xfrm rot="5400000">
            <a:off x="2016919" y="-492917"/>
            <a:ext cx="5211763" cy="80264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360"/>
              </a:spcBef>
              <a:spcAft>
                <a:spcPts val="0"/>
              </a:spcAft>
              <a:buClr>
                <a:schemeClr val="dk1"/>
              </a:buClr>
              <a:buSzPts val="1440"/>
              <a:buChar char="⮚"/>
              <a:defRPr/>
            </a:lvl1pPr>
            <a:lvl2pPr marL="914400" lvl="1" indent="-320040" algn="l">
              <a:lnSpc>
                <a:spcPct val="100000"/>
              </a:lnSpc>
              <a:spcBef>
                <a:spcPts val="360"/>
              </a:spcBef>
              <a:spcAft>
                <a:spcPts val="0"/>
              </a:spcAft>
              <a:buClr>
                <a:schemeClr val="dk1"/>
              </a:buClr>
              <a:buSzPts val="1440"/>
              <a:buChar char="⮚"/>
              <a:defRPr/>
            </a:lvl2pPr>
            <a:lvl3pPr marL="1371600" lvl="2" indent="-320039" algn="l">
              <a:lnSpc>
                <a:spcPct val="100000"/>
              </a:lnSpc>
              <a:spcBef>
                <a:spcPts val="360"/>
              </a:spcBef>
              <a:spcAft>
                <a:spcPts val="0"/>
              </a:spcAft>
              <a:buClr>
                <a:schemeClr val="dk1"/>
              </a:buClr>
              <a:buSzPts val="1440"/>
              <a:buChar char="⮚"/>
              <a:defRPr/>
            </a:lvl3pPr>
            <a:lvl4pPr marL="1828800" lvl="3" indent="-320039" algn="l">
              <a:lnSpc>
                <a:spcPct val="100000"/>
              </a:lnSpc>
              <a:spcBef>
                <a:spcPts val="360"/>
              </a:spcBef>
              <a:spcAft>
                <a:spcPts val="0"/>
              </a:spcAft>
              <a:buClr>
                <a:schemeClr val="dk1"/>
              </a:buClr>
              <a:buSzPts val="1440"/>
              <a:buChar char="⮚"/>
              <a:defRPr/>
            </a:lvl4pPr>
            <a:lvl5pPr marL="2286000" lvl="4" indent="-320039" algn="l">
              <a:lnSpc>
                <a:spcPct val="100000"/>
              </a:lnSpc>
              <a:spcBef>
                <a:spcPts val="360"/>
              </a:spcBef>
              <a:spcAft>
                <a:spcPts val="0"/>
              </a:spcAft>
              <a:buClr>
                <a:schemeClr val="dk1"/>
              </a:buClr>
              <a:buSzPts val="1440"/>
              <a:buChar char="⮚"/>
              <a:defRPr/>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3" name="Google Shape;73;p12"/>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75"/>
        <p:cNvGrpSpPr/>
        <p:nvPr/>
      </p:nvGrpSpPr>
      <p:grpSpPr>
        <a:xfrm>
          <a:off x="0" y="0"/>
          <a:ext cx="0" cy="0"/>
          <a:chOff x="0" y="0"/>
          <a:chExt cx="0" cy="0"/>
        </a:xfrm>
      </p:grpSpPr>
      <p:sp>
        <p:nvSpPr>
          <p:cNvPr id="76" name="Google Shape;76;p13"/>
          <p:cNvSpPr txBox="1">
            <a:spLocks noGrp="1"/>
          </p:cNvSpPr>
          <p:nvPr>
            <p:ph type="title"/>
          </p:nvPr>
        </p:nvSpPr>
        <p:spPr>
          <a:xfrm>
            <a:off x="609600" y="704850"/>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3"/>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09600" y="704850"/>
            <a:ext cx="10972800" cy="1143000"/>
          </a:xfrm>
          <a:prstGeom prst="rect">
            <a:avLst/>
          </a:prstGeom>
          <a:noFill/>
          <a:ln>
            <a:noFill/>
          </a:ln>
        </p:spPr>
        <p:txBody>
          <a:bodyPr spcFirstLastPara="1" wrap="square" lIns="0" tIns="45700" rIns="0" bIns="0" anchor="b" anchorCtr="0">
            <a:no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609600" y="1935164"/>
            <a:ext cx="10972800" cy="4389437"/>
          </a:xfrm>
          <a:prstGeom prst="rect">
            <a:avLst/>
          </a:prstGeom>
          <a:noFill/>
          <a:ln>
            <a:noFill/>
          </a:ln>
        </p:spPr>
        <p:txBody>
          <a:bodyPr spcFirstLastPara="1" wrap="square" lIns="91425" tIns="45700" rIns="91425" bIns="45700" anchor="t" anchorCtr="0">
            <a:noAutofit/>
          </a:bodyPr>
          <a:lstStyle>
            <a:lvl1pPr marL="457200" marR="0" lvl="0"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1pPr>
            <a:lvl2pPr marL="914400" marR="0" lvl="1"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2pPr>
            <a:lvl3pPr marL="1371600" marR="0" lvl="2"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3pPr>
            <a:lvl4pPr marL="1828800" marR="0" lvl="3"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4pPr>
            <a:lvl5pPr marL="2286000" marR="0" lvl="4"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5pPr>
            <a:lvl6pPr marL="2743200" marR="0" lvl="5" indent="-320039" algn="l" rtl="0">
              <a:lnSpc>
                <a:spcPct val="100000"/>
              </a:lnSpc>
              <a:spcBef>
                <a:spcPts val="360"/>
              </a:spcBef>
              <a:spcAft>
                <a:spcPts val="0"/>
              </a:spcAft>
              <a:buClr>
                <a:schemeClr val="accent5"/>
              </a:buClr>
              <a:buSzPts val="1440"/>
              <a:buFont typeface="Noto Sans Symbols"/>
              <a:buChar char="⚫"/>
              <a:defRPr sz="1800" b="0" i="0" u="none" strike="noStrike" cap="none">
                <a:solidFill>
                  <a:schemeClr val="dk1"/>
                </a:solidFill>
                <a:latin typeface="Arial"/>
                <a:ea typeface="Arial"/>
                <a:cs typeface="Arial"/>
                <a:sym typeface="Arial"/>
              </a:defRPr>
            </a:lvl6pPr>
            <a:lvl7pPr marL="3200400" marR="0" lvl="6" indent="-309879" algn="l" rtl="0">
              <a:lnSpc>
                <a:spcPct val="100000"/>
              </a:lnSpc>
              <a:spcBef>
                <a:spcPts val="320"/>
              </a:spcBef>
              <a:spcAft>
                <a:spcPts val="0"/>
              </a:spcAft>
              <a:buClr>
                <a:schemeClr val="accent6"/>
              </a:buClr>
              <a:buSzPts val="1280"/>
              <a:buFont typeface="Noto Sans Symbols"/>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17500" algn="l" rtl="0">
              <a:lnSpc>
                <a:spcPct val="100000"/>
              </a:lnSpc>
              <a:spcBef>
                <a:spcPts val="28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a:off x="3924300" y="1116106"/>
            <a:ext cx="7810500" cy="1322294"/>
          </a:xfrm>
          <a:prstGeom prst="rect">
            <a:avLst/>
          </a:prstGeom>
          <a:noFill/>
          <a:ln>
            <a:noFill/>
          </a:ln>
        </p:spPr>
        <p:txBody>
          <a:bodyPr spcFirstLastPara="1" wrap="square" lIns="0" tIns="45700" rIns="0" bIns="0" anchor="b" anchorCtr="0">
            <a:noAutofit/>
          </a:bodyPr>
          <a:lstStyle/>
          <a:p>
            <a:pPr lvl="0" algn="ctr"/>
            <a:r>
              <a:rPr lang="en-US" sz="4000" b="1" dirty="0">
                <a:solidFill>
                  <a:srgbClr val="C00000"/>
                </a:solidFill>
                <a:latin typeface="Times New Roman" pitchFamily="18" charset="0"/>
                <a:cs typeface="Times New Roman" pitchFamily="18" charset="0"/>
              </a:rPr>
              <a:t>WEBSITE FOR LOYALO SCHOOL</a:t>
            </a:r>
            <a:endParaRPr lang="en-US" sz="4000" b="1" dirty="0">
              <a:solidFill>
                <a:srgbClr val="C00000"/>
              </a:solidFill>
            </a:endParaRPr>
          </a:p>
        </p:txBody>
      </p:sp>
      <p:sp>
        <p:nvSpPr>
          <p:cNvPr id="87" name="Google Shape;87;p14"/>
          <p:cNvSpPr txBox="1">
            <a:spLocks noGrp="1"/>
          </p:cNvSpPr>
          <p:nvPr>
            <p:ph type="body" idx="1"/>
          </p:nvPr>
        </p:nvSpPr>
        <p:spPr>
          <a:xfrm>
            <a:off x="-1193533" y="76200"/>
            <a:ext cx="375385" cy="859055"/>
          </a:xfrm>
          <a:prstGeom prst="rect">
            <a:avLst/>
          </a:prstGeom>
          <a:noFill/>
          <a:ln>
            <a:noFill/>
          </a:ln>
        </p:spPr>
        <p:txBody>
          <a:bodyPr spcFirstLastPara="1" wrap="square" lIns="45700" tIns="0" rIns="45700" bIns="0" anchor="ctr" anchorCtr="0">
            <a:noAutofit/>
          </a:bodyPr>
          <a:lstStyle/>
          <a:p>
            <a:pPr marL="0" lvl="0" indent="0" algn="ctr" rtl="0">
              <a:lnSpc>
                <a:spcPct val="100000"/>
              </a:lnSpc>
              <a:spcBef>
                <a:spcPts val="0"/>
              </a:spcBef>
              <a:spcAft>
                <a:spcPts val="0"/>
              </a:spcAft>
              <a:buClr>
                <a:schemeClr val="dk2"/>
              </a:buClr>
              <a:buSzPts val="2560"/>
              <a:buNone/>
            </a:pPr>
            <a:endParaRPr sz="3200">
              <a:solidFill>
                <a:srgbClr val="B9077E"/>
              </a:solidFill>
            </a:endParaRPr>
          </a:p>
          <a:p>
            <a:pPr marL="0" lvl="0" indent="0" algn="ctr" rtl="0">
              <a:lnSpc>
                <a:spcPct val="100000"/>
              </a:lnSpc>
              <a:spcBef>
                <a:spcPts val="640"/>
              </a:spcBef>
              <a:spcAft>
                <a:spcPts val="0"/>
              </a:spcAft>
              <a:buClr>
                <a:srgbClr val="B9077E"/>
              </a:buClr>
              <a:buSzPts val="2560"/>
              <a:buNone/>
            </a:pPr>
            <a:r>
              <a:rPr lang="en-US" sz="3200">
                <a:solidFill>
                  <a:srgbClr val="B9077E"/>
                </a:solidFill>
              </a:rPr>
              <a:t>    </a:t>
            </a:r>
            <a:endParaRPr sz="3200"/>
          </a:p>
        </p:txBody>
      </p:sp>
      <p:sp>
        <p:nvSpPr>
          <p:cNvPr id="88" name="Google Shape;88;p14"/>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1400"/>
              <a:buNone/>
            </a:pPr>
            <a:r>
              <a:rPr lang="en-US" dirty="0">
                <a:solidFill>
                  <a:srgbClr val="000000"/>
                </a:solidFill>
              </a:rPr>
              <a:t>14</a:t>
            </a:r>
            <a:r>
              <a:rPr lang="en-US" dirty="0">
                <a:solidFill>
                  <a:srgbClr val="000000"/>
                </a:solidFill>
                <a:latin typeface="Arial"/>
                <a:ea typeface="Arial"/>
                <a:cs typeface="Arial"/>
                <a:sym typeface="Arial"/>
              </a:rPr>
              <a:t>-May-24</a:t>
            </a:r>
            <a:endParaRPr dirty="0">
              <a:solidFill>
                <a:srgbClr val="000000"/>
              </a:solidFill>
              <a:latin typeface="Arial"/>
              <a:ea typeface="Arial"/>
              <a:cs typeface="Arial"/>
              <a:sym typeface="Arial"/>
            </a:endParaRPr>
          </a:p>
        </p:txBody>
      </p:sp>
      <p:pic>
        <p:nvPicPr>
          <p:cNvPr id="89" name="Google Shape;89;p14" descr="klogo copy.png"/>
          <p:cNvPicPr preferRelativeResize="0"/>
          <p:nvPr/>
        </p:nvPicPr>
        <p:blipFill rotWithShape="1">
          <a:blip r:embed="rId4">
            <a:alphaModFix/>
          </a:blip>
          <a:srcRect/>
          <a:stretch/>
        </p:blipFill>
        <p:spPr>
          <a:xfrm>
            <a:off x="2057400" y="1447800"/>
            <a:ext cx="1374775" cy="1066800"/>
          </a:xfrm>
          <a:prstGeom prst="rect">
            <a:avLst/>
          </a:prstGeom>
          <a:noFill/>
          <a:ln>
            <a:noFill/>
          </a:ln>
        </p:spPr>
      </p:pic>
      <p:pic>
        <p:nvPicPr>
          <p:cNvPr id="90" name="Google Shape;90;p14" descr="kec2blackborder png.PNG"/>
          <p:cNvPicPr preferRelativeResize="0"/>
          <p:nvPr/>
        </p:nvPicPr>
        <p:blipFill rotWithShape="1">
          <a:blip r:embed="rId5">
            <a:alphaModFix/>
          </a:blip>
          <a:srcRect/>
          <a:stretch/>
        </p:blipFill>
        <p:spPr>
          <a:xfrm>
            <a:off x="1295400" y="4419600"/>
            <a:ext cx="1479550" cy="1841500"/>
          </a:xfrm>
          <a:prstGeom prst="rect">
            <a:avLst/>
          </a:prstGeom>
          <a:noFill/>
          <a:ln>
            <a:noFill/>
          </a:ln>
        </p:spPr>
      </p:pic>
      <p:sp>
        <p:nvSpPr>
          <p:cNvPr id="91" name="Google Shape;91;p14"/>
          <p:cNvSpPr/>
          <p:nvPr/>
        </p:nvSpPr>
        <p:spPr>
          <a:xfrm>
            <a:off x="4724400" y="2873809"/>
            <a:ext cx="6134100" cy="3416320"/>
          </a:xfrm>
          <a:prstGeom prst="rect">
            <a:avLst/>
          </a:prstGeom>
          <a:noFill/>
          <a:ln>
            <a:noFill/>
          </a:ln>
        </p:spPr>
        <p:txBody>
          <a:bodyPr spcFirstLastPara="1" wrap="square" lIns="91425" tIns="45700" rIns="91425" bIns="45700" anchor="t" anchorCtr="0">
            <a:noAutofit/>
          </a:bodyPr>
          <a:lstStyle/>
          <a:p>
            <a:pPr lvl="0" eaLnBrk="0" fontAlgn="base" hangingPunct="0">
              <a:spcBef>
                <a:spcPct val="0"/>
              </a:spcBef>
              <a:spcAft>
                <a:spcPct val="0"/>
              </a:spcAft>
              <a:buClrTx/>
              <a:defRPr/>
            </a:pPr>
            <a:r>
              <a:rPr lang="en-US" sz="1800" b="1" kern="1200" dirty="0">
                <a:solidFill>
                  <a:srgbClr val="0F6FC6">
                    <a:lumMod val="75000"/>
                  </a:srgbClr>
                </a:solidFill>
                <a:latin typeface="Times New Roman" pitchFamily="18" charset="0"/>
                <a:cs typeface="Times New Roman" pitchFamily="18" charset="0"/>
              </a:rPr>
              <a:t>PROJECT MEMBERS</a:t>
            </a:r>
          </a:p>
          <a:p>
            <a:pPr eaLnBrk="0" fontAlgn="base" hangingPunct="0">
              <a:lnSpc>
                <a:spcPct val="150000"/>
              </a:lnSpc>
              <a:spcBef>
                <a:spcPct val="0"/>
              </a:spcBef>
              <a:spcAft>
                <a:spcPct val="0"/>
              </a:spcAft>
              <a:defRPr/>
            </a:pPr>
            <a:r>
              <a:rPr lang="en-US" sz="1800" b="1" dirty="0">
                <a:solidFill>
                  <a:prstClr val="black"/>
                </a:solidFill>
                <a:latin typeface="Times New Roman" pitchFamily="18" charset="0"/>
                <a:cs typeface="Times New Roman" pitchFamily="18" charset="0"/>
              </a:rPr>
              <a:t>	RAJESWARI M - 23ITR125</a:t>
            </a:r>
          </a:p>
          <a:p>
            <a:pPr eaLnBrk="0" fontAlgn="base" hangingPunct="0">
              <a:lnSpc>
                <a:spcPct val="150000"/>
              </a:lnSpc>
              <a:spcBef>
                <a:spcPct val="0"/>
              </a:spcBef>
              <a:spcAft>
                <a:spcPct val="0"/>
              </a:spcAft>
              <a:defRPr/>
            </a:pPr>
            <a:r>
              <a:rPr lang="en-US" sz="1800" b="1" kern="1200" dirty="0">
                <a:solidFill>
                  <a:prstClr val="black"/>
                </a:solidFill>
                <a:latin typeface="Times New Roman" pitchFamily="18" charset="0"/>
                <a:cs typeface="Times New Roman" pitchFamily="18" charset="0"/>
              </a:rPr>
              <a:t>                YUVARAJ B       - 22ITR182 </a:t>
            </a:r>
          </a:p>
          <a:p>
            <a:pPr eaLnBrk="0" fontAlgn="base" hangingPunct="0">
              <a:spcBef>
                <a:spcPct val="0"/>
              </a:spcBef>
              <a:spcAft>
                <a:spcPct val="0"/>
              </a:spcAft>
              <a:defRPr/>
            </a:pPr>
            <a:r>
              <a:rPr lang="en-US" sz="1800" b="1" kern="1200" dirty="0">
                <a:solidFill>
                  <a:prstClr val="white"/>
                </a:solidFill>
                <a:latin typeface="Times New Roman" pitchFamily="18" charset="0"/>
                <a:cs typeface="Times New Roman" pitchFamily="18" charset="0"/>
              </a:rPr>
              <a:t>	       (19ITR014) </a:t>
            </a:r>
          </a:p>
          <a:p>
            <a:pPr lvl="0" eaLnBrk="0" fontAlgn="base" hangingPunct="0">
              <a:spcBef>
                <a:spcPct val="0"/>
              </a:spcBef>
              <a:spcAft>
                <a:spcPct val="0"/>
              </a:spcAft>
              <a:defRPr/>
            </a:pPr>
            <a:r>
              <a:rPr lang="en-US" sz="1800" b="1" kern="1200" dirty="0">
                <a:solidFill>
                  <a:srgbClr val="0F6FC6">
                    <a:lumMod val="75000"/>
                  </a:srgbClr>
                </a:solidFill>
                <a:latin typeface="Times New Roman" pitchFamily="18" charset="0"/>
                <a:cs typeface="Times New Roman" pitchFamily="18" charset="0"/>
              </a:rPr>
              <a:t>PROJECT GUIDE</a:t>
            </a:r>
          </a:p>
          <a:p>
            <a:pPr eaLnBrk="0" fontAlgn="base" hangingPunct="0">
              <a:lnSpc>
                <a:spcPct val="150000"/>
              </a:lnSpc>
              <a:spcBef>
                <a:spcPct val="0"/>
              </a:spcBef>
              <a:spcAft>
                <a:spcPct val="0"/>
              </a:spcAft>
              <a:defRPr/>
            </a:pPr>
            <a:r>
              <a:rPr lang="en-US" sz="1800" b="1" dirty="0">
                <a:solidFill>
                  <a:srgbClr val="0F6FC6">
                    <a:lumMod val="75000"/>
                  </a:srgbClr>
                </a:solidFill>
                <a:latin typeface="Times New Roman" pitchFamily="18" charset="0"/>
                <a:cs typeface="Times New Roman" pitchFamily="18" charset="0"/>
              </a:rPr>
              <a:t>	</a:t>
            </a:r>
            <a:r>
              <a:rPr lang="en-US" sz="1800" b="1" dirty="0">
                <a:solidFill>
                  <a:prstClr val="black"/>
                </a:solidFill>
                <a:latin typeface="Times New Roman" pitchFamily="18" charset="0"/>
                <a:cs typeface="Times New Roman" pitchFamily="18" charset="0"/>
              </a:rPr>
              <a:t>MR D.VIJAY ANAD</a:t>
            </a:r>
          </a:p>
          <a:p>
            <a:pPr eaLnBrk="0" fontAlgn="base" hangingPunct="0">
              <a:lnSpc>
                <a:spcPct val="150000"/>
              </a:lnSpc>
              <a:spcBef>
                <a:spcPct val="0"/>
              </a:spcBef>
              <a:spcAft>
                <a:spcPct val="0"/>
              </a:spcAft>
              <a:defRPr/>
            </a:pPr>
            <a:r>
              <a:rPr lang="en-US" sz="1800" b="1" dirty="0">
                <a:solidFill>
                  <a:prstClr val="black"/>
                </a:solidFill>
                <a:latin typeface="Times New Roman" pitchFamily="18" charset="0"/>
                <a:cs typeface="Times New Roman" pitchFamily="18" charset="0"/>
              </a:rPr>
              <a:t>	Associate Professor(SLG)/Department of IT</a:t>
            </a:r>
          </a:p>
          <a:p>
            <a:pPr eaLnBrk="0" fontAlgn="base" hangingPunct="0">
              <a:lnSpc>
                <a:spcPct val="150000"/>
              </a:lnSpc>
              <a:spcBef>
                <a:spcPct val="0"/>
              </a:spcBef>
              <a:spcAft>
                <a:spcPct val="0"/>
              </a:spcAft>
              <a:defRPr/>
            </a:pPr>
            <a:r>
              <a:rPr lang="en-US" sz="1800" b="1" dirty="0">
                <a:solidFill>
                  <a:prstClr val="black"/>
                </a:solidFill>
                <a:latin typeface="Times New Roman" pitchFamily="18" charset="0"/>
                <a:cs typeface="Times New Roman" pitchFamily="18" charset="0"/>
              </a:rPr>
              <a:t>	</a:t>
            </a:r>
            <a:r>
              <a:rPr lang="en-US" sz="1800" b="1" dirty="0" err="1">
                <a:solidFill>
                  <a:prstClr val="black"/>
                </a:solidFill>
                <a:latin typeface="Times New Roman" pitchFamily="18" charset="0"/>
                <a:cs typeface="Times New Roman" pitchFamily="18" charset="0"/>
              </a:rPr>
              <a:t>Kongu</a:t>
            </a:r>
            <a:r>
              <a:rPr lang="en-US" sz="1800" b="1" dirty="0">
                <a:solidFill>
                  <a:prstClr val="black"/>
                </a:solidFill>
                <a:latin typeface="Times New Roman" pitchFamily="18" charset="0"/>
                <a:cs typeface="Times New Roman" pitchFamily="18" charset="0"/>
              </a:rPr>
              <a:t> Engineering College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4C09D5-2648-8257-67BF-8B4885B840B8}"/>
              </a:ext>
            </a:extLst>
          </p:cNvPr>
          <p:cNvSpPr txBox="1"/>
          <p:nvPr/>
        </p:nvSpPr>
        <p:spPr>
          <a:xfrm>
            <a:off x="4038600" y="304800"/>
            <a:ext cx="8915400" cy="707886"/>
          </a:xfrm>
          <a:prstGeom prst="rect">
            <a:avLst/>
          </a:prstGeom>
          <a:noFill/>
        </p:spPr>
        <p:txBody>
          <a:bodyPr wrap="square" rtlCol="0">
            <a:spAutoFit/>
          </a:bodyPr>
          <a:lstStyle/>
          <a:p>
            <a:r>
              <a:rPr lang="en-US" sz="4000" dirty="0">
                <a:solidFill>
                  <a:srgbClr val="C00000"/>
                </a:solidFill>
                <a:latin typeface="Times New Roman" panose="02020603050405020304" pitchFamily="18" charset="0"/>
                <a:cs typeface="Times New Roman" panose="02020603050405020304" pitchFamily="18" charset="0"/>
              </a:rPr>
              <a:t>Problem Statement</a:t>
            </a:r>
            <a:endParaRPr lang="en-IN" sz="4000" dirty="0">
              <a:solidFill>
                <a:srgbClr val="C0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E7517B7-A39E-742C-1B15-BA223EF9CAB7}"/>
              </a:ext>
            </a:extLst>
          </p:cNvPr>
          <p:cNvSpPr txBox="1"/>
          <p:nvPr/>
        </p:nvSpPr>
        <p:spPr>
          <a:xfrm>
            <a:off x="1295400" y="1295400"/>
            <a:ext cx="10668000" cy="3349956"/>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Many schools still use outdated or basic websites that fail to clearly communicate their vision, curriculum, and student development initiatives. This makes it difficult for parents and stakeholders to access relevant information and understand the school’s strengths. Therefore, there is a need for a modern, user-friendly, and visually appealing website that effectively represents the school’s identity and supports better communication.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2832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6A8F3E-665C-C44F-360B-110A2ACBB340}"/>
              </a:ext>
            </a:extLst>
          </p:cNvPr>
          <p:cNvSpPr txBox="1"/>
          <p:nvPr/>
        </p:nvSpPr>
        <p:spPr>
          <a:xfrm>
            <a:off x="1981200" y="381000"/>
            <a:ext cx="9296400" cy="707886"/>
          </a:xfrm>
          <a:prstGeom prst="rect">
            <a:avLst/>
          </a:prstGeom>
          <a:noFill/>
        </p:spPr>
        <p:txBody>
          <a:bodyPr wrap="square" rtlCol="0">
            <a:spAutoFit/>
          </a:bodyPr>
          <a:lstStyle/>
          <a:p>
            <a:r>
              <a:rPr lang="en-IN" dirty="0"/>
              <a:t>			</a:t>
            </a:r>
            <a:r>
              <a:rPr lang="en-IN" sz="4000" dirty="0">
                <a:solidFill>
                  <a:srgbClr val="C00000"/>
                </a:solidFill>
                <a:latin typeface="Times New Roman" panose="02020603050405020304" pitchFamily="18" charset="0"/>
                <a:cs typeface="Times New Roman" panose="02020603050405020304" pitchFamily="18" charset="0"/>
              </a:rPr>
              <a:t>OBJECTIVE</a:t>
            </a:r>
          </a:p>
        </p:txBody>
      </p:sp>
      <p:sp>
        <p:nvSpPr>
          <p:cNvPr id="6" name="TextBox 5">
            <a:extLst>
              <a:ext uri="{FF2B5EF4-FFF2-40B4-BE49-F238E27FC236}">
                <a16:creationId xmlns:a16="http://schemas.microsoft.com/office/drawing/2014/main" id="{42BCD1C0-5D9A-AC38-F677-42B3D0905230}"/>
              </a:ext>
            </a:extLst>
          </p:cNvPr>
          <p:cNvSpPr txBox="1"/>
          <p:nvPr/>
        </p:nvSpPr>
        <p:spPr>
          <a:xfrm>
            <a:off x="1371600" y="1676400"/>
            <a:ext cx="10515600" cy="3349956"/>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To develop a modern and professional school website that highlights the institution’s focus on future-ready education, leadership, and holistic student development. The platform will clearly communicate the school’s philosophy, curriculum, activities, and facilities to parents, students, and stakeholders. It will also strengthen the school’s brand presence through a user-friendly and visually engaging digital experience.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9609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DADB2F-2D6C-D155-4788-19157493CB58}"/>
              </a:ext>
            </a:extLst>
          </p:cNvPr>
          <p:cNvSpPr txBox="1"/>
          <p:nvPr/>
        </p:nvSpPr>
        <p:spPr>
          <a:xfrm>
            <a:off x="4343400" y="381000"/>
            <a:ext cx="9448800" cy="707886"/>
          </a:xfrm>
          <a:prstGeom prst="rect">
            <a:avLst/>
          </a:prstGeom>
          <a:noFill/>
        </p:spPr>
        <p:txBody>
          <a:bodyPr wrap="square" rtlCol="0">
            <a:spAutoFit/>
          </a:bodyPr>
          <a:lstStyle/>
          <a:p>
            <a:r>
              <a:rPr lang="en-IN" sz="4000" dirty="0">
                <a:solidFill>
                  <a:srgbClr val="C00000"/>
                </a:solidFill>
                <a:latin typeface="Times New Roman" panose="02020603050405020304" pitchFamily="18" charset="0"/>
                <a:cs typeface="Times New Roman" panose="02020603050405020304" pitchFamily="18" charset="0"/>
              </a:rPr>
              <a:t>COMPANY DETAILS</a:t>
            </a:r>
          </a:p>
        </p:txBody>
      </p:sp>
      <p:sp>
        <p:nvSpPr>
          <p:cNvPr id="3" name="TextBox 2">
            <a:extLst>
              <a:ext uri="{FF2B5EF4-FFF2-40B4-BE49-F238E27FC236}">
                <a16:creationId xmlns:a16="http://schemas.microsoft.com/office/drawing/2014/main" id="{B6B7CAA2-EE6E-3D3E-94D4-0E5A5D1D6922}"/>
              </a:ext>
            </a:extLst>
          </p:cNvPr>
          <p:cNvSpPr txBox="1"/>
          <p:nvPr/>
        </p:nvSpPr>
        <p:spPr>
          <a:xfrm>
            <a:off x="2286000" y="1752600"/>
            <a:ext cx="10515600" cy="304698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Company Name:</a:t>
            </a:r>
          </a:p>
          <a:p>
            <a:r>
              <a:rPr lang="en-IN" sz="2400" dirty="0">
                <a:latin typeface="Times New Roman" panose="02020603050405020304" pitchFamily="18" charset="0"/>
                <a:cs typeface="Times New Roman" panose="02020603050405020304" pitchFamily="18" charset="0"/>
              </a:rPr>
              <a:t>	LOYALO SCHOOL</a:t>
            </a:r>
          </a:p>
          <a:p>
            <a:r>
              <a:rPr lang="en-IN" sz="2400" b="1" dirty="0">
                <a:latin typeface="Times New Roman" panose="02020603050405020304" pitchFamily="18" charset="0"/>
                <a:cs typeface="Times New Roman" panose="02020603050405020304" pitchFamily="18" charset="0"/>
              </a:rPr>
              <a:t>Owner:</a:t>
            </a:r>
          </a:p>
          <a:p>
            <a:r>
              <a:rPr lang="en-IN" sz="2400" b="1"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Address:</a:t>
            </a:r>
          </a:p>
          <a:p>
            <a:r>
              <a:rPr lang="en-IN" sz="2400" b="1"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Contact:</a:t>
            </a:r>
          </a:p>
          <a:p>
            <a:r>
              <a:rPr lang="en-IN" sz="24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70377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80F95E-EB6B-5727-4C03-EAA73BADEDEB}"/>
              </a:ext>
            </a:extLst>
          </p:cNvPr>
          <p:cNvSpPr txBox="1"/>
          <p:nvPr/>
        </p:nvSpPr>
        <p:spPr>
          <a:xfrm>
            <a:off x="3657600" y="304800"/>
            <a:ext cx="8305800" cy="707886"/>
          </a:xfrm>
          <a:prstGeom prst="rect">
            <a:avLst/>
          </a:prstGeom>
          <a:noFill/>
        </p:spPr>
        <p:txBody>
          <a:bodyPr wrap="square" rtlCol="0">
            <a:spAutoFit/>
          </a:bodyPr>
          <a:lstStyle/>
          <a:p>
            <a:r>
              <a:rPr lang="en-IN" sz="4000" dirty="0">
                <a:solidFill>
                  <a:srgbClr val="C00000"/>
                </a:solidFill>
                <a:latin typeface="Times New Roman" panose="02020603050405020304" pitchFamily="18" charset="0"/>
                <a:cs typeface="Times New Roman" panose="02020603050405020304" pitchFamily="18" charset="0"/>
              </a:rPr>
              <a:t>TECHNOLOGY STACK</a:t>
            </a:r>
          </a:p>
        </p:txBody>
      </p:sp>
      <p:sp>
        <p:nvSpPr>
          <p:cNvPr id="3" name="TextBox 2">
            <a:extLst>
              <a:ext uri="{FF2B5EF4-FFF2-40B4-BE49-F238E27FC236}">
                <a16:creationId xmlns:a16="http://schemas.microsoft.com/office/drawing/2014/main" id="{0EAF9865-3978-031B-D52F-F77736A7B487}"/>
              </a:ext>
            </a:extLst>
          </p:cNvPr>
          <p:cNvSpPr txBox="1"/>
          <p:nvPr/>
        </p:nvSpPr>
        <p:spPr>
          <a:xfrm>
            <a:off x="1143000" y="914400"/>
            <a:ext cx="10896600" cy="4457952"/>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Frontend:</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React Vite – Used for building a fast and optimized frontend environment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JavaScript – Used for implementing interactive functionality and logic</a:t>
            </a:r>
          </a:p>
          <a:p>
            <a:pPr>
              <a:lnSpc>
                <a:spcPct val="150000"/>
              </a:lnSpc>
            </a:pPr>
            <a:r>
              <a:rPr lang="en-US" sz="2400" b="1" dirty="0">
                <a:latin typeface="Times New Roman" panose="02020603050405020304" pitchFamily="18" charset="0"/>
                <a:cs typeface="Times New Roman" panose="02020603050405020304" pitchFamily="18" charset="0"/>
              </a:rPr>
              <a:t>Backend:</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PostgreSQL – Used as the database for secure and efficient data storage</a:t>
            </a:r>
          </a:p>
          <a:p>
            <a:pPr>
              <a:lnSpc>
                <a:spcPct val="150000"/>
              </a:lnSpc>
            </a:pPr>
            <a:r>
              <a:rPr lang="en-US" sz="2400" b="1" dirty="0">
                <a:latin typeface="Times New Roman" panose="02020603050405020304" pitchFamily="18" charset="0"/>
                <a:cs typeface="Times New Roman" panose="02020603050405020304" pitchFamily="18" charset="0"/>
              </a:rPr>
              <a:t>Tools: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Visual Studio Code – Used as the primary development environment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Git – Used for version control and source code management</a:t>
            </a:r>
          </a:p>
        </p:txBody>
      </p:sp>
    </p:spTree>
    <p:extLst>
      <p:ext uri="{BB962C8B-B14F-4D97-AF65-F5344CB8AC3E}">
        <p14:creationId xmlns:p14="http://schemas.microsoft.com/office/powerpoint/2010/main" val="3696626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B7C96E-9810-C6A3-EAEA-031BFBDA2467}"/>
              </a:ext>
            </a:extLst>
          </p:cNvPr>
          <p:cNvPicPr>
            <a:picLocks noChangeAspect="1"/>
          </p:cNvPicPr>
          <p:nvPr/>
        </p:nvPicPr>
        <p:blipFill>
          <a:blip r:embed="rId2"/>
          <a:stretch>
            <a:fillRect/>
          </a:stretch>
        </p:blipFill>
        <p:spPr>
          <a:xfrm>
            <a:off x="2362200" y="1524000"/>
            <a:ext cx="7900028" cy="4799267"/>
          </a:xfrm>
          <a:prstGeom prst="rect">
            <a:avLst/>
          </a:prstGeom>
        </p:spPr>
      </p:pic>
      <p:sp>
        <p:nvSpPr>
          <p:cNvPr id="5" name="TextBox 4">
            <a:extLst>
              <a:ext uri="{FF2B5EF4-FFF2-40B4-BE49-F238E27FC236}">
                <a16:creationId xmlns:a16="http://schemas.microsoft.com/office/drawing/2014/main" id="{7AB3871E-634C-C773-FD41-3F20E7F19010}"/>
              </a:ext>
            </a:extLst>
          </p:cNvPr>
          <p:cNvSpPr txBox="1"/>
          <p:nvPr/>
        </p:nvSpPr>
        <p:spPr>
          <a:xfrm>
            <a:off x="3962400" y="304800"/>
            <a:ext cx="7162800" cy="707886"/>
          </a:xfrm>
          <a:prstGeom prst="rect">
            <a:avLst/>
          </a:prstGeom>
          <a:noFill/>
        </p:spPr>
        <p:txBody>
          <a:bodyPr wrap="square">
            <a:spAutoFit/>
          </a:bodyPr>
          <a:lstStyle/>
          <a:p>
            <a:r>
              <a:rPr lang="en-IN" sz="4000" dirty="0">
                <a:solidFill>
                  <a:srgbClr val="C00000"/>
                </a:solidFill>
                <a:latin typeface="Times New Roman" panose="02020603050405020304" pitchFamily="18" charset="0"/>
                <a:cs typeface="Times New Roman" panose="02020603050405020304" pitchFamily="18" charset="0"/>
              </a:rPr>
              <a:t>Frontend Development</a:t>
            </a:r>
          </a:p>
        </p:txBody>
      </p:sp>
    </p:spTree>
    <p:extLst>
      <p:ext uri="{BB962C8B-B14F-4D97-AF65-F5344CB8AC3E}">
        <p14:creationId xmlns:p14="http://schemas.microsoft.com/office/powerpoint/2010/main" val="1144254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8BEDA4-1131-B134-FC58-2C31B31A97A5}"/>
              </a:ext>
            </a:extLst>
          </p:cNvPr>
          <p:cNvSpPr txBox="1"/>
          <p:nvPr/>
        </p:nvSpPr>
        <p:spPr>
          <a:xfrm>
            <a:off x="3886200" y="206514"/>
            <a:ext cx="8153400" cy="707886"/>
          </a:xfrm>
          <a:prstGeom prst="rect">
            <a:avLst/>
          </a:prstGeom>
          <a:noFill/>
        </p:spPr>
        <p:txBody>
          <a:bodyPr wrap="square" rtlCol="0">
            <a:spAutoFit/>
          </a:bodyPr>
          <a:lstStyle/>
          <a:p>
            <a:r>
              <a:rPr lang="en-IN" sz="4000" dirty="0">
                <a:solidFill>
                  <a:srgbClr val="C00000"/>
                </a:solidFill>
                <a:latin typeface="Times New Roman" panose="02020603050405020304" pitchFamily="18" charset="0"/>
                <a:cs typeface="Times New Roman" panose="02020603050405020304" pitchFamily="18" charset="0"/>
              </a:rPr>
              <a:t>Frontend Development</a:t>
            </a:r>
          </a:p>
        </p:txBody>
      </p:sp>
      <p:pic>
        <p:nvPicPr>
          <p:cNvPr id="4" name="Picture 3">
            <a:extLst>
              <a:ext uri="{FF2B5EF4-FFF2-40B4-BE49-F238E27FC236}">
                <a16:creationId xmlns:a16="http://schemas.microsoft.com/office/drawing/2014/main" id="{6E77A871-153F-98CD-FC59-634B4381139B}"/>
              </a:ext>
            </a:extLst>
          </p:cNvPr>
          <p:cNvPicPr>
            <a:picLocks noChangeAspect="1"/>
          </p:cNvPicPr>
          <p:nvPr/>
        </p:nvPicPr>
        <p:blipFill>
          <a:blip r:embed="rId2"/>
          <a:stretch>
            <a:fillRect/>
          </a:stretch>
        </p:blipFill>
        <p:spPr>
          <a:xfrm>
            <a:off x="1676400" y="1447800"/>
            <a:ext cx="9677400" cy="4495800"/>
          </a:xfrm>
          <a:prstGeom prst="rect">
            <a:avLst/>
          </a:prstGeom>
        </p:spPr>
      </p:pic>
    </p:spTree>
    <p:extLst>
      <p:ext uri="{BB962C8B-B14F-4D97-AF65-F5344CB8AC3E}">
        <p14:creationId xmlns:p14="http://schemas.microsoft.com/office/powerpoint/2010/main" val="1291515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B2899A-7215-763D-0D70-C94D573FBC7E}"/>
              </a:ext>
            </a:extLst>
          </p:cNvPr>
          <p:cNvSpPr txBox="1"/>
          <p:nvPr/>
        </p:nvSpPr>
        <p:spPr>
          <a:xfrm>
            <a:off x="4038600" y="320562"/>
            <a:ext cx="8153400" cy="707886"/>
          </a:xfrm>
          <a:prstGeom prst="rect">
            <a:avLst/>
          </a:prstGeom>
          <a:noFill/>
        </p:spPr>
        <p:txBody>
          <a:bodyPr wrap="square" rtlCol="0">
            <a:spAutoFit/>
          </a:bodyPr>
          <a:lstStyle/>
          <a:p>
            <a:r>
              <a:rPr lang="en-IN" sz="4000" dirty="0">
                <a:solidFill>
                  <a:srgbClr val="C00000"/>
                </a:solidFill>
                <a:latin typeface="Times New Roman" panose="02020603050405020304" pitchFamily="18" charset="0"/>
                <a:cs typeface="Times New Roman" panose="02020603050405020304" pitchFamily="18" charset="0"/>
              </a:rPr>
              <a:t>API REFERENCES</a:t>
            </a:r>
          </a:p>
        </p:txBody>
      </p:sp>
      <p:sp>
        <p:nvSpPr>
          <p:cNvPr id="9" name="Rectangle 5">
            <a:extLst>
              <a:ext uri="{FF2B5EF4-FFF2-40B4-BE49-F238E27FC236}">
                <a16:creationId xmlns:a16="http://schemas.microsoft.com/office/drawing/2014/main" id="{B6ED957C-17DE-06F4-6993-81EA9AA49937}"/>
              </a:ext>
            </a:extLst>
          </p:cNvPr>
          <p:cNvSpPr>
            <a:spLocks noChangeArrowheads="1"/>
          </p:cNvSpPr>
          <p:nvPr/>
        </p:nvSpPr>
        <p:spPr bwMode="auto">
          <a:xfrm>
            <a:off x="1219200" y="1371600"/>
            <a:ext cx="1074420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RESTful APIs built with Node.js and Express.js to manage communication between the frontend and backend.</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APIs handle core operations such as authentication and CRUD-based data management.</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endpoints follow standard HTTP(GET,PUT,DELETE,POST), methods and return JSON responses for consistency.</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Proper error handling and status codes are implemented to ensure secure and reliable request processing</a:t>
            </a:r>
          </a:p>
        </p:txBody>
      </p:sp>
    </p:spTree>
    <p:extLst>
      <p:ext uri="{BB962C8B-B14F-4D97-AF65-F5344CB8AC3E}">
        <p14:creationId xmlns:p14="http://schemas.microsoft.com/office/powerpoint/2010/main" val="1116726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DA47C0-130D-65D6-4E3C-5C1081A93DCE}"/>
              </a:ext>
            </a:extLst>
          </p:cNvPr>
          <p:cNvSpPr txBox="1"/>
          <p:nvPr/>
        </p:nvSpPr>
        <p:spPr>
          <a:xfrm>
            <a:off x="4038600" y="2743200"/>
            <a:ext cx="5867400" cy="938719"/>
          </a:xfrm>
          <a:prstGeom prst="rect">
            <a:avLst/>
          </a:prstGeom>
          <a:noFill/>
        </p:spPr>
        <p:txBody>
          <a:bodyPr wrap="square" rtlCol="0">
            <a:spAutoFit/>
          </a:bodyPr>
          <a:lstStyle/>
          <a:p>
            <a:r>
              <a:rPr lang="en-US" sz="5500" dirty="0">
                <a:solidFill>
                  <a:srgbClr val="C00000"/>
                </a:solidFill>
                <a:latin typeface="Times New Roman" panose="02020603050405020304" pitchFamily="18" charset="0"/>
                <a:cs typeface="Times New Roman" panose="02020603050405020304" pitchFamily="18" charset="0"/>
              </a:rPr>
              <a:t>THANK YOU!</a:t>
            </a:r>
            <a:endParaRPr lang="en-IN" sz="55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2310328"/>
      </p:ext>
    </p:extLst>
  </p:cSld>
  <p:clrMapOvr>
    <a:masterClrMapping/>
  </p:clrMapOvr>
</p:sld>
</file>

<file path=ppt/theme/theme1.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1599</TotalTime>
  <Words>346</Words>
  <Application>Microsoft Office PowerPoint</Application>
  <PresentationFormat>Widescreen</PresentationFormat>
  <Paragraphs>45</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Noto Sans Symbols</vt:lpstr>
      <vt:lpstr>Times New Roman</vt:lpstr>
      <vt:lpstr>Flow</vt:lpstr>
      <vt:lpstr>WEBSITE FOR LOYALO SCHOOL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for New Cape Hotel</dc:title>
  <dc:creator>babu js</dc:creator>
  <cp:lastModifiedBy>yuvaraj Balasubramani</cp:lastModifiedBy>
  <cp:revision>84</cp:revision>
  <dcterms:modified xsi:type="dcterms:W3CDTF">2026-01-05T08:26:12Z</dcterms:modified>
</cp:coreProperties>
</file>